
<file path=[Content_Types].xml><?xml version="1.0" encoding="utf-8"?>
<Types xmlns="http://schemas.openxmlformats.org/package/2006/content-types">
  <Default Extension="xml" ContentType="application/xml"/>
  <Default Extension="wmf" ContentType="image/x-wmf"/>
  <Default Extension="bin" ContentType="application/vnd.openxmlformats-officedocument.oleObject"/>
  <Default Extension="rels" ContentType="application/vnd.openxmlformats-package.relationships+xml"/>
  <Default Extension="jpeg" ContentType="image/jpeg"/>
  <Default Extension="png" ContentType="image/png"/>
  <Override PartName="/ppt/notesSlides/notesSlide14.xml" ContentType="application/vnd.openxmlformats-officedocument.presentationml.notesSlide+xml"/>
  <Override PartName="/ppt/notesSlides/notesSlide12.xml" ContentType="application/vnd.openxmlformats-officedocument.presentationml.notesSlide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s/slide13.xml" ContentType="application/vnd.openxmlformats-officedocument.presentationml.slide+xml"/>
  <Override PartName="/ppt/theme/theme2.xml" ContentType="application/vnd.openxmlformats-officedocument.theme+xml"/>
  <Override PartName="/ppt/theme/theme1.xml" ContentType="application/vnd.openxmlformats-officedocument.theme+xml"/>
  <Override PartName="/ppt/slides/slide3.xml" ContentType="application/vnd.openxmlformats-officedocument.presentationml.slide+xml"/>
  <Override PartName="/ppt/slideLayouts/slideLayout4.xml" ContentType="application/vnd.openxmlformats-officedocument.presentationml.slideLayout+xml"/>
  <Override PartName="/ppt/notesSlides/notesSlide5.xml" ContentType="application/vnd.openxmlformats-officedocument.presentationml.notesSlide+xml"/>
  <Override PartName="/ppt/slideLayouts/slideLayout1.xml" ContentType="application/vnd.openxmlformats-officedocument.presentationml.slideLayout+xml"/>
  <Override PartName="/ppt/slides/slide12.xml" ContentType="application/vnd.openxmlformats-officedocument.presentationml.slide+xml"/>
  <Override PartName="/ppt/slideLayouts/slideLayout5.xml" ContentType="application/vnd.openxmlformats-officedocument.presentationml.slideLayout+xml"/>
  <Override PartName="/ppt/slides/slide7.xml" ContentType="application/vnd.openxmlformats-officedocument.presentationml.slide+xml"/>
  <Override PartName="/ppt/notesSlides/notesSlide2.xml" ContentType="application/vnd.openxmlformats-officedocument.presentationml.notesSlide+xml"/>
  <Override PartName="/ppt/notesSlides/notesSlide4.xml" ContentType="application/vnd.openxmlformats-officedocument.presentationml.notesSlide+xml"/>
  <Override PartName="/ppt/tableStyles.xml" ContentType="application/vnd.openxmlformats-officedocument.presentationml.tableStyles+xml"/>
  <Override PartName="/docProps/app.xml" ContentType="application/vnd.openxmlformats-officedocument.extended-properties+xml"/>
  <Override PartName="/ppt/viewProps.xml" ContentType="application/vnd.openxmlformats-officedocument.presentationml.viewProps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Layouts/slideLayout2.xml" ContentType="application/vnd.openxmlformats-officedocument.presentationml.slideLayout+xml"/>
  <Override PartName="/ppt/presProps.xml" ContentType="application/vnd.openxmlformats-officedocument.presentationml.presProps+xml"/>
  <Override PartName="/ppt/slideLayouts/slideLayout8.xml" ContentType="application/vnd.openxmlformats-officedocument.presentationml.slideLayout+xml"/>
  <Override PartName="/docProps/core.xml" ContentType="application/vnd.openxmlformats-package.core-properties+xml"/>
  <Override PartName="/ppt/slideLayouts/slideLayout6.xml" ContentType="application/vnd.openxmlformats-officedocument.presentationml.slideLayout+xml"/>
  <Override PartName="/ppt/notesSlides/notesSlide11.xml" ContentType="application/vnd.openxmlformats-officedocument.presentationml.notesSlide+xml"/>
  <Override PartName="/ppt/slides/slide10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Masters/slideMaster1.xml" ContentType="application/vnd.openxmlformats-officedocument.presentationml.slideMaster+xml"/>
  <Override PartName="/ppt/slides/slide2.xml" ContentType="application/vnd.openxmlformats-officedocument.presentationml.slide+xml"/>
  <Override PartName="/ppt/slides/slide5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3.xml" ContentType="application/vnd.openxmlformats-officedocument.presentationml.notesSlide+xml"/>
  <Override PartName="/ppt/slideLayouts/slideLayout7.xml" ContentType="application/vnd.openxmlformats-officedocument.presentationml.slideLayout+xml"/>
  <Override PartName="/ppt/slides/slide15.xml" ContentType="application/vnd.openxmlformats-officedocument.presentationml.slide+xml"/>
  <Override PartName="/ppt/slides/slide4.xml" ContentType="application/vnd.openxmlformats-officedocument.presentationml.slide+xml"/>
  <Override PartName="/ppt/notesSlides/notesSlide6.xml" ContentType="application/vnd.openxmlformats-officedocument.presentationml.notesSlide+xml"/>
  <Override PartName="/ppt/presentation.xml" ContentType="application/vnd.openxmlformats-officedocument.presentationml.presentation.main+xml"/>
  <Override PartName="/ppt/notesSlides/notesSlide7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aveSubsetFonts="1">
  <p:sldMasterIdLst>
    <p:sldMasterId id="2147483648" r:id="rId1"/>
  </p:sldMasterIdLst>
  <p:notesMasterIdLst>
    <p:notesMasterId r:id="rId19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</p:sldIdLst>
  <p:sldSz cx="12192000" cy="6858000"/>
  <p:notesSz cx="6858000" cy="9144000"/>
  <p:defaultTextStyle>
    <a:defPPr>
      <a:defRPr lang="es-ES"/>
    </a:defPPr>
    <a:lvl1pPr marL="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>
              <a:solidFill>
                <a:schemeClr val="lt1"/>
              </a:solidFill>
            </a:ln>
          </a:left>
          <a:right>
            <a:ln w="12700">
              <a:solidFill>
                <a:schemeClr val="lt1"/>
              </a:solidFill>
            </a:ln>
          </a:right>
          <a:top>
            <a:ln w="12700">
              <a:solidFill>
                <a:schemeClr val="lt1"/>
              </a:solidFill>
            </a:ln>
          </a:top>
          <a:bottom>
            <a:ln w="12700">
              <a:solidFill>
                <a:schemeClr val="lt1"/>
              </a:solidFill>
            </a:ln>
          </a:bottom>
          <a:insideH>
            <a:ln w="12700">
              <a:solidFill>
                <a:schemeClr val="lt1"/>
              </a:solidFill>
            </a:ln>
          </a:insideH>
          <a:insideV>
            <a:ln w="12700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  <a:fill>
          <a:solidFill>
            <a:schemeClr val="accent1">
              <a:tint val="40000"/>
            </a:schemeClr>
          </a:solidFill>
        </a:fill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seCell>
      <a:tcStyle>
        <a:tcBdr/>
      </a:tcStyle>
    </a:seCell>
    <a:swCell>
      <a:tcStyle>
        <a:tcBdr/>
      </a:tcStyle>
    </a:swCell>
    <a:firstRow>
      <a:tcTxStyle b="on">
        <a:fontRef idx="minor">
          <a:prstClr val="black"/>
        </a:fontRef>
        <a:schemeClr val="lt1"/>
      </a:tcTxStyle>
      <a:tcStyle>
        <a:tcBdr>
          <a:bottom>
            <a:ln w="38100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  <a:neCell>
      <a:tcStyle>
        <a:tcBdr/>
      </a:tcStyle>
    </a:neCell>
    <a:nwCell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 varScale="1">
        <p:scale>
          <a:sx n="100" d="100"/>
          <a:sy n="100" d="100"/>
        </p:scale>
        <p:origin x="378" y="90"/>
      </p:cViewPr>
      <p:guideLst>
        <p:guide pos="3840"/>
        <p:guide pos="2160" orient="horz"/>
      </p:guideLst>
    </p:cSldViewPr>
  </p:slideViewPr>
  <p:gridSpacing cx="72008" cy="72008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 /><Relationship Id="rId21" Type="http://schemas.openxmlformats.org/officeDocument/2006/relationships/tableStyles" Target="tableStyles.xml" /><Relationship Id="rId22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26413614" name="Marcador de encabezado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1580529588" name="Marcador de fecha 2"/>
          <p:cNvSpPr>
            <a:spLocks noGrp="1"/>
          </p:cNvSpPr>
          <p:nvPr>
            <p:ph type="dt" idx="1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3632E96E-41F7-40C5-8419-297958CC00FA}" type="datetimeFigureOut">
              <a:rPr lang="es-ES"/>
              <a:t>10/30/2013</a:t>
            </a:fld>
            <a:endParaRPr lang="es-ES"/>
          </a:p>
        </p:txBody>
      </p:sp>
      <p:sp>
        <p:nvSpPr>
          <p:cNvPr id="1512547844" name="Marcador de imagen de diapositiva 3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 lang="es-ES"/>
          </a:p>
        </p:txBody>
      </p:sp>
      <p:sp>
        <p:nvSpPr>
          <p:cNvPr id="1783193046" name="Marcador de notas 4"/>
          <p:cNvSpPr>
            <a:spLocks noGrp="1"/>
          </p:cNvSpPr>
          <p:nvPr>
            <p:ph type="body" sz="quarter" idx="3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>
              <a:defRPr/>
            </a:pPr>
            <a:r>
              <a:rPr lang="es-ES"/>
              <a:t>Haga clic para modificar el estilo de texto del patrón</a:t>
            </a:r>
            <a:endParaRPr/>
          </a:p>
          <a:p>
            <a:pPr lvl="1">
              <a:defRPr/>
            </a:pPr>
            <a:r>
              <a:rPr lang="es-ES"/>
              <a:t>Segundo nivel</a:t>
            </a:r>
            <a:endParaRPr/>
          </a:p>
          <a:p>
            <a:pPr lvl="2">
              <a:defRPr/>
            </a:pPr>
            <a:r>
              <a:rPr lang="es-ES"/>
              <a:t>Tercer nivel</a:t>
            </a:r>
            <a:endParaRPr/>
          </a:p>
          <a:p>
            <a:pPr lvl="3">
              <a:defRPr/>
            </a:pPr>
            <a:r>
              <a:rPr lang="es-ES"/>
              <a:t>Cuarto nivel</a:t>
            </a:r>
            <a:endParaRPr/>
          </a:p>
          <a:p>
            <a:pPr lvl="4">
              <a:defRPr/>
            </a:pPr>
            <a:r>
              <a:rPr lang="es-ES"/>
              <a:t>Quinto nivel</a:t>
            </a:r>
            <a:endParaRPr lang="es-ES"/>
          </a:p>
        </p:txBody>
      </p:sp>
      <p:sp>
        <p:nvSpPr>
          <p:cNvPr id="1050101271" name="Marcador de pie de página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1446179921" name="Marcador de número de diapositiva 6"/>
          <p:cNvSpPr>
            <a:spLocks noGrp="1"/>
          </p:cNvSpPr>
          <p:nvPr>
            <p:ph type="sldNum" sz="quarter" idx="5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2E6999B8-B6B4-4561-A3CD-BBCDAB9FC9D9}" type="slidenum">
              <a:rPr lang="es-ES"/>
              <a:t>‹#›</a:t>
            </a:fld>
            <a:endParaRPr lang="es-E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 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 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 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 ?>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 ?>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 ?>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 ?>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 ?>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 ?>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77505349" name="Marcador de imagen de diapositiva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710602599" name="Marcador de notas 4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s-ES">
              <a:latin typeface="Arial"/>
              <a:cs typeface="Arial"/>
            </a:endParaRPr>
          </a:p>
        </p:txBody>
      </p:sp>
      <p:sp>
        <p:nvSpPr>
          <p:cNvPr id="16447439" name="Marcador de número de diapositiva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E6999B8-B6B4-4561-A3CD-BBCDAB9FC9D9}" type="slidenum">
              <a:rPr lang="es-ES"/>
              <a:t>1</a:t>
            </a:fld>
            <a:endParaRPr lang="es-E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4109530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51039963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2353233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A28318D-B937-0BB3-80D8-0BAE67923287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4900189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78567362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4330308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EA4C8C3-6BA8-374D-4B9F-D31E317DD949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7089548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2835997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8740439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21F88CF-255B-82CF-C2F1-D65156B8B250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5915471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3652327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7224996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A6BE911-4509-4330-2E91-A0C4D714E4BE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503265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5041195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3421132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CCEC1B2-EF64-8AC4-1ED0-E6FA910F5666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121577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2953040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88587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354F970-2539-EF34-7841-980171D462DC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7082717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5060678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4156859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570614B-940A-F684-3DBD-B2C1CE1CAF0E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3944224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58418004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0790153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729F361-5BA7-6969-1202-37613B2E0AD6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0564760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783134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8072165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0FCCA6F-FFA2-54A9-687B-3F78698B497C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1821860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50072212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5953542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49A2630-7641-5AF4-ECA5-A7C4C135E840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9453426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6953541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7876715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197ED65-855F-053E-7305-B0541598E6F9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4397822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51281857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4755531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17DD6B5-5346-722B-83A6-A162403EAA0E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6271445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81084495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127342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7D850CD-5725-B3A8-6752-F4E3EF5D3C3E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5500733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48997149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4355952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F5DC559-8412-6755-9334-B0BED8462B5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590804" name="Title 1"/>
          <p:cNvSpPr>
            <a:spLocks noGrp="1"/>
          </p:cNvSpPr>
          <p:nvPr>
            <p:ph type="ctrTitle"/>
          </p:nvPr>
        </p:nvSpPr>
        <p:spPr bwMode="auto">
          <a:xfrm>
            <a:off x="1523999" y="1122362"/>
            <a:ext cx="9144000" cy="2387599"/>
          </a:xfrm>
        </p:spPr>
        <p:txBody>
          <a:bodyPr anchor="b"/>
          <a:lstStyle>
            <a:lvl1pPr algn="ctr">
              <a:defRPr sz="4500"/>
            </a:lvl1pPr>
          </a:lstStyle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1933272227" name="Subtitle 2"/>
          <p:cNvSpPr>
            <a:spLocks noGrp="1"/>
          </p:cNvSpPr>
          <p:nvPr>
            <p:ph type="subTitle" idx="1"/>
          </p:nvPr>
        </p:nvSpPr>
        <p:spPr bwMode="auto">
          <a:xfrm>
            <a:off x="1523999" y="3602037"/>
            <a:ext cx="9144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pPr>
              <a:defRPr/>
            </a:pPr>
            <a:r>
              <a:rPr/>
              <a:t>Click to edit Master subtitle style</a:t>
            </a:r>
            <a:endParaRPr/>
          </a:p>
        </p:txBody>
      </p:sp>
      <p:sp>
        <p:nvSpPr>
          <p:cNvPr id="1189127382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/>
              <a:t>01.11.2013</a:t>
            </a:fld>
            <a:endParaRPr/>
          </a:p>
        </p:txBody>
      </p:sp>
      <p:sp>
        <p:nvSpPr>
          <p:cNvPr id="154851382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89952475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98702409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1888559802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lvl="0">
              <a:defRPr/>
            </a:pPr>
            <a:r>
              <a:rPr/>
              <a:t>Click to edit Master text styles</a:t>
            </a:r>
            <a:endParaRPr/>
          </a:p>
          <a:p>
            <a:pPr lvl="1">
              <a:defRPr/>
            </a:pPr>
            <a:r>
              <a:rPr/>
              <a:t>Second level</a:t>
            </a:r>
            <a:endParaRPr/>
          </a:p>
          <a:p>
            <a:pPr lvl="2">
              <a:defRPr/>
            </a:pPr>
            <a:r>
              <a:rPr/>
              <a:t>Third level</a:t>
            </a:r>
            <a:endParaRPr/>
          </a:p>
          <a:p>
            <a:pPr lvl="3">
              <a:defRPr/>
            </a:pPr>
            <a:r>
              <a:rPr/>
              <a:t>Fourth level</a:t>
            </a:r>
            <a:endParaRPr/>
          </a:p>
          <a:p>
            <a:pPr lvl="4">
              <a:defRPr/>
            </a:pPr>
            <a:r>
              <a:rPr/>
              <a:t>Fifth level</a:t>
            </a:r>
            <a:endParaRPr/>
          </a:p>
        </p:txBody>
      </p:sp>
      <p:sp>
        <p:nvSpPr>
          <p:cNvPr id="919182427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/>
              <a:t>01.11.2013</a:t>
            </a:fld>
            <a:endParaRPr/>
          </a:p>
        </p:txBody>
      </p:sp>
      <p:sp>
        <p:nvSpPr>
          <p:cNvPr id="906875266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50910833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secHead" userDrawn="1">
  <p:cSld name="Section Head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79149787" name="Title 1"/>
          <p:cNvSpPr>
            <a:spLocks noGrp="1"/>
          </p:cNvSpPr>
          <p:nvPr>
            <p:ph type="title"/>
          </p:nvPr>
        </p:nvSpPr>
        <p:spPr bwMode="auto">
          <a:xfrm>
            <a:off x="831850" y="1709738"/>
            <a:ext cx="10515600" cy="2852737"/>
          </a:xfrm>
        </p:spPr>
        <p:txBody>
          <a:bodyPr anchor="b"/>
          <a:lstStyle>
            <a:lvl1pPr>
              <a:defRPr sz="4500"/>
            </a:lvl1pPr>
          </a:lstStyle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939763428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1850" y="4589463"/>
            <a:ext cx="10515600" cy="1500186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rPr/>
              <a:t>Click to edit Master text styles</a:t>
            </a:r>
            <a:endParaRPr/>
          </a:p>
        </p:txBody>
      </p:sp>
      <p:sp>
        <p:nvSpPr>
          <p:cNvPr id="1871418959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/>
              <a:t>01.11.2013</a:t>
            </a:fld>
            <a:endParaRPr/>
          </a:p>
        </p:txBody>
      </p:sp>
      <p:sp>
        <p:nvSpPr>
          <p:cNvPr id="366046665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18071778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Obj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95274771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1841044078" name="Content Placeholder 2"/>
          <p:cNvSpPr>
            <a:spLocks noGrp="1"/>
          </p:cNvSpPr>
          <p:nvPr>
            <p:ph sz="half" idx="1"/>
          </p:nvPr>
        </p:nvSpPr>
        <p:spPr bwMode="auto">
          <a:xfrm>
            <a:off x="838198" y="1825625"/>
            <a:ext cx="5181599" cy="4351338"/>
          </a:xfrm>
        </p:spPr>
        <p:txBody>
          <a:bodyPr/>
          <a:lstStyle/>
          <a:p>
            <a:pPr lvl="0">
              <a:defRPr/>
            </a:pPr>
            <a:r>
              <a:rPr/>
              <a:t>Click to edit Master text styles</a:t>
            </a:r>
            <a:endParaRPr/>
          </a:p>
          <a:p>
            <a:pPr lvl="1">
              <a:defRPr/>
            </a:pPr>
            <a:r>
              <a:rPr/>
              <a:t>Second level</a:t>
            </a:r>
            <a:endParaRPr/>
          </a:p>
          <a:p>
            <a:pPr lvl="2">
              <a:defRPr/>
            </a:pPr>
            <a:r>
              <a:rPr/>
              <a:t>Third level</a:t>
            </a:r>
            <a:endParaRPr/>
          </a:p>
          <a:p>
            <a:pPr lvl="3">
              <a:defRPr/>
            </a:pPr>
            <a:r>
              <a:rPr/>
              <a:t>Fourth level</a:t>
            </a:r>
            <a:endParaRPr/>
          </a:p>
          <a:p>
            <a:pPr lvl="4">
              <a:defRPr/>
            </a:pPr>
            <a:r>
              <a:rPr/>
              <a:t>Fifth level</a:t>
            </a:r>
            <a:endParaRPr/>
          </a:p>
        </p:txBody>
      </p:sp>
      <p:sp>
        <p:nvSpPr>
          <p:cNvPr id="1190038129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6172200" y="1825625"/>
            <a:ext cx="5181599" cy="4351338"/>
          </a:xfrm>
        </p:spPr>
        <p:txBody>
          <a:bodyPr/>
          <a:lstStyle/>
          <a:p>
            <a:pPr lvl="0">
              <a:defRPr/>
            </a:pPr>
            <a:r>
              <a:rPr/>
              <a:t>Click to edit Master text styles</a:t>
            </a:r>
            <a:endParaRPr/>
          </a:p>
          <a:p>
            <a:pPr lvl="1">
              <a:defRPr/>
            </a:pPr>
            <a:r>
              <a:rPr/>
              <a:t>Second level</a:t>
            </a:r>
            <a:endParaRPr/>
          </a:p>
          <a:p>
            <a:pPr lvl="2">
              <a:defRPr/>
            </a:pPr>
            <a:r>
              <a:rPr/>
              <a:t>Third level</a:t>
            </a:r>
            <a:endParaRPr/>
          </a:p>
          <a:p>
            <a:pPr lvl="3">
              <a:defRPr/>
            </a:pPr>
            <a:r>
              <a:rPr/>
              <a:t>Fourth level</a:t>
            </a:r>
            <a:endParaRPr/>
          </a:p>
          <a:p>
            <a:pPr lvl="4">
              <a:defRPr/>
            </a:pPr>
            <a:r>
              <a:rPr/>
              <a:t>Fifth level</a:t>
            </a:r>
            <a:endParaRPr/>
          </a:p>
        </p:txBody>
      </p:sp>
      <p:sp>
        <p:nvSpPr>
          <p:cNvPr id="1090839663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/>
              <a:t>01.11.2013</a:t>
            </a:fld>
            <a:endParaRPr/>
          </a:p>
        </p:txBody>
      </p:sp>
      <p:sp>
        <p:nvSpPr>
          <p:cNvPr id="1228851414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19783746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TxTwoObj" userDrawn="1">
  <p:cSld name="Comparis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10798663" name="Title 1"/>
          <p:cNvSpPr>
            <a:spLocks noGrp="1"/>
          </p:cNvSpPr>
          <p:nvPr>
            <p:ph type="title"/>
          </p:nvPr>
        </p:nvSpPr>
        <p:spPr bwMode="auto">
          <a:xfrm>
            <a:off x="839787" y="365125"/>
            <a:ext cx="10515600" cy="1325562"/>
          </a:xfrm>
        </p:spPr>
        <p:txBody>
          <a:bodyPr/>
          <a:lstStyle/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1422586154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9789" y="1681162"/>
            <a:ext cx="5157785" cy="823911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>
              <a:defRPr/>
            </a:pPr>
            <a:r>
              <a:rPr/>
              <a:t>Click to edit Master text styles</a:t>
            </a:r>
            <a:endParaRPr/>
          </a:p>
        </p:txBody>
      </p:sp>
      <p:sp>
        <p:nvSpPr>
          <p:cNvPr id="1153209854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839789" y="2505074"/>
            <a:ext cx="5157785" cy="3684587"/>
          </a:xfrm>
        </p:spPr>
        <p:txBody>
          <a:bodyPr/>
          <a:lstStyle/>
          <a:p>
            <a:pPr lvl="0">
              <a:defRPr/>
            </a:pPr>
            <a:r>
              <a:rPr/>
              <a:t>Click to edit Master text styles</a:t>
            </a:r>
            <a:endParaRPr/>
          </a:p>
          <a:p>
            <a:pPr lvl="1">
              <a:defRPr/>
            </a:pPr>
            <a:r>
              <a:rPr/>
              <a:t>Second level</a:t>
            </a:r>
            <a:endParaRPr/>
          </a:p>
          <a:p>
            <a:pPr lvl="2">
              <a:defRPr/>
            </a:pPr>
            <a:r>
              <a:rPr/>
              <a:t>Third level</a:t>
            </a:r>
            <a:endParaRPr/>
          </a:p>
          <a:p>
            <a:pPr lvl="3">
              <a:defRPr/>
            </a:pPr>
            <a:r>
              <a:rPr/>
              <a:t>Fourth level</a:t>
            </a:r>
            <a:endParaRPr/>
          </a:p>
          <a:p>
            <a:pPr lvl="4">
              <a:defRPr/>
            </a:pPr>
            <a:r>
              <a:rPr/>
              <a:t>Fifth level</a:t>
            </a:r>
            <a:endParaRPr/>
          </a:p>
        </p:txBody>
      </p:sp>
      <p:sp>
        <p:nvSpPr>
          <p:cNvPr id="437012658" name="Text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6172200" y="1681162"/>
            <a:ext cx="5183187" cy="823911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>
              <a:defRPr/>
            </a:pPr>
            <a:r>
              <a:rPr/>
              <a:t>Click to edit Master text styles</a:t>
            </a:r>
            <a:endParaRPr/>
          </a:p>
        </p:txBody>
      </p:sp>
      <p:sp>
        <p:nvSpPr>
          <p:cNvPr id="1330627126" name="Content Placeholder 5"/>
          <p:cNvSpPr>
            <a:spLocks noGrp="1"/>
          </p:cNvSpPr>
          <p:nvPr>
            <p:ph sz="quarter" idx="4"/>
          </p:nvPr>
        </p:nvSpPr>
        <p:spPr bwMode="auto">
          <a:xfrm>
            <a:off x="6172200" y="2505074"/>
            <a:ext cx="5183187" cy="3684587"/>
          </a:xfrm>
        </p:spPr>
        <p:txBody>
          <a:bodyPr/>
          <a:lstStyle/>
          <a:p>
            <a:pPr lvl="0">
              <a:defRPr/>
            </a:pPr>
            <a:r>
              <a:rPr/>
              <a:t>Click to edit Master text styles</a:t>
            </a:r>
            <a:endParaRPr/>
          </a:p>
          <a:p>
            <a:pPr lvl="1">
              <a:defRPr/>
            </a:pPr>
            <a:r>
              <a:rPr/>
              <a:t>Second level</a:t>
            </a:r>
            <a:endParaRPr/>
          </a:p>
          <a:p>
            <a:pPr lvl="2">
              <a:defRPr/>
            </a:pPr>
            <a:r>
              <a:rPr/>
              <a:t>Third level</a:t>
            </a:r>
            <a:endParaRPr/>
          </a:p>
          <a:p>
            <a:pPr lvl="3">
              <a:defRPr/>
            </a:pPr>
            <a:r>
              <a:rPr/>
              <a:t>Fourth level</a:t>
            </a:r>
            <a:endParaRPr/>
          </a:p>
          <a:p>
            <a:pPr lvl="4">
              <a:defRPr/>
            </a:pPr>
            <a:r>
              <a:rPr/>
              <a:t>Fifth level</a:t>
            </a:r>
            <a:endParaRPr/>
          </a:p>
        </p:txBody>
      </p:sp>
      <p:sp>
        <p:nvSpPr>
          <p:cNvPr id="1141736821" name="Date Placeholder 6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/>
              <a:t>01.11.2013</a:t>
            </a:fld>
            <a:endParaRPr/>
          </a:p>
        </p:txBody>
      </p:sp>
      <p:sp>
        <p:nvSpPr>
          <p:cNvPr id="689285224" name="Footer Placeholder 7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13648391" name="Slide Number Placeholder 8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Only" userDrawn="1">
  <p:cSld name="Title Only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88872587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1180993864" name="Date Placeholder 2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/>
              <a:t>01.11.2013</a:t>
            </a:fld>
            <a:endParaRPr/>
          </a:p>
        </p:txBody>
      </p:sp>
      <p:sp>
        <p:nvSpPr>
          <p:cNvPr id="734198192" name="Footer Placeholder 3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33543553" name="Slide Number Placeholder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blank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3492188" name="Date Placeholder 1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/>
              <a:t>01.11.2013</a:t>
            </a:fld>
            <a:endParaRPr/>
          </a:p>
        </p:txBody>
      </p:sp>
      <p:sp>
        <p:nvSpPr>
          <p:cNvPr id="856029317" name="Footer Placeholder 2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65706385" name="Slide Number Placeholder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Tx" userDrawn="1">
  <p:cSld name="Content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55120037" name="Title 1"/>
          <p:cNvSpPr>
            <a:spLocks noGrp="1"/>
          </p:cNvSpPr>
          <p:nvPr>
            <p:ph type="title"/>
          </p:nvPr>
        </p:nvSpPr>
        <p:spPr bwMode="auto">
          <a:xfrm>
            <a:off x="839787" y="457200"/>
            <a:ext cx="3932237" cy="1600200"/>
          </a:xfrm>
        </p:spPr>
        <p:txBody>
          <a:bodyPr anchor="b"/>
          <a:lstStyle>
            <a:lvl1pPr>
              <a:defRPr sz="2400"/>
            </a:lvl1pPr>
          </a:lstStyle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38853624" name="Content Placeholder 2"/>
          <p:cNvSpPr>
            <a:spLocks noGrp="1"/>
          </p:cNvSpPr>
          <p:nvPr>
            <p:ph idx="1"/>
          </p:nvPr>
        </p:nvSpPr>
        <p:spPr bwMode="auto">
          <a:xfrm>
            <a:off x="5183187" y="987425"/>
            <a:ext cx="617220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>
              <a:defRPr/>
            </a:pPr>
            <a:r>
              <a:rPr/>
              <a:t>Click to edit Master text styles</a:t>
            </a:r>
            <a:endParaRPr/>
          </a:p>
          <a:p>
            <a:pPr lvl="1">
              <a:defRPr/>
            </a:pPr>
            <a:r>
              <a:rPr/>
              <a:t>Second level</a:t>
            </a:r>
            <a:endParaRPr/>
          </a:p>
          <a:p>
            <a:pPr lvl="2">
              <a:defRPr/>
            </a:pPr>
            <a:r>
              <a:rPr/>
              <a:t>Third level</a:t>
            </a:r>
            <a:endParaRPr/>
          </a:p>
          <a:p>
            <a:pPr lvl="3">
              <a:defRPr/>
            </a:pPr>
            <a:r>
              <a:rPr/>
              <a:t>Fourth level</a:t>
            </a:r>
            <a:endParaRPr/>
          </a:p>
          <a:p>
            <a:pPr lvl="4">
              <a:defRPr/>
            </a:pPr>
            <a:r>
              <a:rPr/>
              <a:t>Fifth level</a:t>
            </a:r>
            <a:endParaRPr/>
          </a:p>
        </p:txBody>
      </p:sp>
      <p:sp>
        <p:nvSpPr>
          <p:cNvPr id="1891690272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839787" y="2057399"/>
            <a:ext cx="3932237" cy="381158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>
              <a:defRPr/>
            </a:pPr>
            <a:r>
              <a:rPr/>
              <a:t>Click to edit Master text styles</a:t>
            </a:r>
            <a:endParaRPr/>
          </a:p>
        </p:txBody>
      </p:sp>
      <p:sp>
        <p:nvSpPr>
          <p:cNvPr id="1630843860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/>
              <a:t>01.11.2013</a:t>
            </a:fld>
            <a:endParaRPr/>
          </a:p>
        </p:txBody>
      </p:sp>
      <p:sp>
        <p:nvSpPr>
          <p:cNvPr id="1629162285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17717175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picTx" userDrawn="1">
  <p:cSld name="Picture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66443542" name="Title 1"/>
          <p:cNvSpPr>
            <a:spLocks noGrp="1"/>
          </p:cNvSpPr>
          <p:nvPr>
            <p:ph type="title"/>
          </p:nvPr>
        </p:nvSpPr>
        <p:spPr bwMode="auto">
          <a:xfrm>
            <a:off x="839787" y="457200"/>
            <a:ext cx="3932237" cy="1600200"/>
          </a:xfrm>
        </p:spPr>
        <p:txBody>
          <a:bodyPr anchor="b"/>
          <a:lstStyle>
            <a:lvl1pPr>
              <a:defRPr sz="2400"/>
            </a:lvl1pPr>
          </a:lstStyle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916066551" name="Picture Placeholder 2"/>
          <p:cNvSpPr>
            <a:spLocks noChangeAspect="1" noGrp="1"/>
          </p:cNvSpPr>
          <p:nvPr>
            <p:ph type="pic" idx="1"/>
          </p:nvPr>
        </p:nvSpPr>
        <p:spPr bwMode="auto">
          <a:xfrm>
            <a:off x="5183187" y="987425"/>
            <a:ext cx="6172200" cy="4873625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>
              <a:defRPr/>
            </a:pPr>
            <a:r>
              <a:rPr/>
              <a:t>Click icon to add picture</a:t>
            </a:r>
            <a:endParaRPr/>
          </a:p>
        </p:txBody>
      </p:sp>
      <p:sp>
        <p:nvSpPr>
          <p:cNvPr id="21499144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839787" y="2057399"/>
            <a:ext cx="3932237" cy="381158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>
              <a:defRPr/>
            </a:pPr>
            <a:r>
              <a:rPr/>
              <a:t>Click to edit Master text styles</a:t>
            </a:r>
            <a:endParaRPr/>
          </a:p>
        </p:txBody>
      </p:sp>
      <p:sp>
        <p:nvSpPr>
          <p:cNvPr id="1723884921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/>
              <a:t>01.11.2013</a:t>
            </a:fld>
            <a:endParaRPr/>
          </a:p>
        </p:txBody>
      </p:sp>
      <p:sp>
        <p:nvSpPr>
          <p:cNvPr id="1506080523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19145834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x" userDrawn="1">
  <p:cSld name="Title and Vertical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71680016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1459640247" name="Vertical Text Placeholder 2"/>
          <p:cNvSpPr>
            <a:spLocks noGrp="1"/>
          </p:cNvSpPr>
          <p:nvPr>
            <p:ph type="body" orient="vert" idx="1"/>
          </p:nvPr>
        </p:nvSpPr>
        <p:spPr bwMode="auto"/>
        <p:txBody>
          <a:bodyPr vert="eaVert"/>
          <a:lstStyle/>
          <a:p>
            <a:pPr lvl="0">
              <a:defRPr/>
            </a:pPr>
            <a:r>
              <a:rPr/>
              <a:t>Click to edit Master text styles</a:t>
            </a:r>
            <a:endParaRPr/>
          </a:p>
          <a:p>
            <a:pPr lvl="1">
              <a:defRPr/>
            </a:pPr>
            <a:r>
              <a:rPr/>
              <a:t>Second level</a:t>
            </a:r>
            <a:endParaRPr/>
          </a:p>
          <a:p>
            <a:pPr lvl="2">
              <a:defRPr/>
            </a:pPr>
            <a:r>
              <a:rPr/>
              <a:t>Third level</a:t>
            </a:r>
            <a:endParaRPr/>
          </a:p>
          <a:p>
            <a:pPr lvl="3">
              <a:defRPr/>
            </a:pPr>
            <a:r>
              <a:rPr/>
              <a:t>Fourth level</a:t>
            </a:r>
            <a:endParaRPr/>
          </a:p>
          <a:p>
            <a:pPr lvl="4">
              <a:defRPr/>
            </a:pPr>
            <a:r>
              <a:rPr/>
              <a:t>Fifth level</a:t>
            </a:r>
            <a:endParaRPr/>
          </a:p>
        </p:txBody>
      </p:sp>
      <p:sp>
        <p:nvSpPr>
          <p:cNvPr id="13041334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/>
              <a:t>01.11.2013</a:t>
            </a:fld>
            <a:endParaRPr/>
          </a:p>
        </p:txBody>
      </p:sp>
      <p:sp>
        <p:nvSpPr>
          <p:cNvPr id="1973295367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865786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itleAndTx" userDrawn="1">
  <p:cSld name="Vertical Title and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96858230" name="Vertical Title 1"/>
          <p:cNvSpPr>
            <a:spLocks noGrp="1"/>
          </p:cNvSpPr>
          <p:nvPr>
            <p:ph type="title" orient="vert"/>
          </p:nvPr>
        </p:nvSpPr>
        <p:spPr bwMode="auto">
          <a:xfrm>
            <a:off x="8724899" y="365125"/>
            <a:ext cx="2628900" cy="5811838"/>
          </a:xfrm>
        </p:spPr>
        <p:txBody>
          <a:bodyPr vert="eaVert"/>
          <a:lstStyle/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1954573230" name="Vertical Text Placeholder 2"/>
          <p:cNvSpPr>
            <a:spLocks noGrp="1"/>
          </p:cNvSpPr>
          <p:nvPr>
            <p:ph type="body" orient="vert" idx="1"/>
          </p:nvPr>
        </p:nvSpPr>
        <p:spPr bwMode="auto">
          <a:xfrm>
            <a:off x="838198" y="365125"/>
            <a:ext cx="7734299" cy="5811838"/>
          </a:xfrm>
        </p:spPr>
        <p:txBody>
          <a:bodyPr vert="eaVert"/>
          <a:lstStyle/>
          <a:p>
            <a:pPr lvl="0">
              <a:defRPr/>
            </a:pPr>
            <a:r>
              <a:rPr/>
              <a:t>Click to edit Master text styles</a:t>
            </a:r>
            <a:endParaRPr/>
          </a:p>
          <a:p>
            <a:pPr lvl="1">
              <a:defRPr/>
            </a:pPr>
            <a:r>
              <a:rPr/>
              <a:t>Second level</a:t>
            </a:r>
            <a:endParaRPr/>
          </a:p>
          <a:p>
            <a:pPr lvl="2">
              <a:defRPr/>
            </a:pPr>
            <a:r>
              <a:rPr/>
              <a:t>Third level</a:t>
            </a:r>
            <a:endParaRPr/>
          </a:p>
          <a:p>
            <a:pPr lvl="3">
              <a:defRPr/>
            </a:pPr>
            <a:r>
              <a:rPr/>
              <a:t>Fourth level</a:t>
            </a:r>
            <a:endParaRPr/>
          </a:p>
          <a:p>
            <a:pPr lvl="4">
              <a:defRPr/>
            </a:pPr>
            <a:r>
              <a:rPr/>
              <a:t>Fifth level</a:t>
            </a:r>
            <a:endParaRPr/>
          </a:p>
        </p:txBody>
      </p:sp>
      <p:sp>
        <p:nvSpPr>
          <p:cNvPr id="1151597152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/>
              <a:t>01.11.2013</a:t>
            </a:fld>
            <a:endParaRPr/>
          </a:p>
        </p:txBody>
      </p:sp>
      <p:sp>
        <p:nvSpPr>
          <p:cNvPr id="1249586244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85905090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26234366" name="Title Placeholder 1"/>
          <p:cNvSpPr>
            <a:spLocks noGrp="1"/>
          </p:cNvSpPr>
          <p:nvPr>
            <p:ph type="title"/>
          </p:nvPr>
        </p:nvSpPr>
        <p:spPr bwMode="auto">
          <a:xfrm>
            <a:off x="838198" y="365125"/>
            <a:ext cx="10515600" cy="132556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1402377396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8198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>
              <a:defRPr/>
            </a:pPr>
            <a:r>
              <a:rPr/>
              <a:t>Click to edit Master text styles</a:t>
            </a:r>
            <a:endParaRPr/>
          </a:p>
          <a:p>
            <a:pPr lvl="1">
              <a:defRPr/>
            </a:pPr>
            <a:r>
              <a:rPr/>
              <a:t>Second level</a:t>
            </a:r>
            <a:endParaRPr/>
          </a:p>
          <a:p>
            <a:pPr lvl="2">
              <a:defRPr/>
            </a:pPr>
            <a:r>
              <a:rPr/>
              <a:t>Third level</a:t>
            </a:r>
            <a:endParaRPr/>
          </a:p>
          <a:p>
            <a:pPr lvl="3">
              <a:defRPr/>
            </a:pPr>
            <a:r>
              <a:rPr/>
              <a:t>Fourth level</a:t>
            </a:r>
            <a:endParaRPr/>
          </a:p>
          <a:p>
            <a:pPr lvl="4">
              <a:defRPr/>
            </a:pPr>
            <a:r>
              <a:rPr/>
              <a:t>Fifth level</a:t>
            </a:r>
            <a:endParaRPr/>
          </a:p>
        </p:txBody>
      </p:sp>
      <p:sp>
        <p:nvSpPr>
          <p:cNvPr id="377810363" name="Date Placeholder 3"/>
          <p:cNvSpPr>
            <a:spLocks noGrp="1"/>
          </p:cNvSpPr>
          <p:nvPr>
            <p:ph type="dt" sz="half" idx="2"/>
          </p:nvPr>
        </p:nvSpPr>
        <p:spPr bwMode="auto">
          <a:xfrm>
            <a:off x="838198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CC18F51-09EC-435C-A3BA-64A766E099C0}" type="datetimeFigureOut">
              <a:rPr/>
              <a:t>01.11.2013</a:t>
            </a:fld>
            <a:endParaRPr/>
          </a:p>
        </p:txBody>
      </p:sp>
      <p:sp>
        <p:nvSpPr>
          <p:cNvPr id="1955393931" name="Footer Placeholder 4"/>
          <p:cNvSpPr>
            <a:spLocks noGrp="1"/>
          </p:cNvSpPr>
          <p:nvPr>
            <p:ph type="ftr" sz="quarter" idx="3"/>
          </p:nvPr>
        </p:nvSpPr>
        <p:spPr bwMode="auto">
          <a:xfrm>
            <a:off x="4038598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742990562" name="Slide Number Placeholder 5"/>
          <p:cNvSpPr>
            <a:spLocks noGrp="1"/>
          </p:cNvSpPr>
          <p:nvPr>
            <p:ph type="sldNum" sz="quarter" idx="4"/>
          </p:nvPr>
        </p:nvSpPr>
        <p:spPr bwMode="auto">
          <a:xfrm>
            <a:off x="8610599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08395586-F03A-48D1-94DF-16B239DF4FB5}" type="slidenum">
              <a:rPr/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685800" rtl="0">
        <a:lnSpc>
          <a:spcPct val="90000"/>
        </a:lnSpc>
        <a:spcBef>
          <a:spcPts val="0"/>
        </a:spcBef>
        <a:buNone/>
        <a:defRPr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>
        <a:lnSpc>
          <a:spcPct val="90000"/>
        </a:lnSpc>
        <a:spcBef>
          <a:spcPts val="749"/>
        </a:spcBef>
        <a:buFont typeface="Arial"/>
        <a:buChar char="•"/>
        <a:defRPr sz="21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>
        <a:lnSpc>
          <a:spcPct val="90000"/>
        </a:lnSpc>
        <a:spcBef>
          <a:spcPts val="374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>
        <a:lnSpc>
          <a:spcPct val="90000"/>
        </a:lnSpc>
        <a:spcBef>
          <a:spcPts val="374"/>
        </a:spcBef>
        <a:buFont typeface="Arial"/>
        <a:buChar char="•"/>
        <a:defRPr sz="15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>
        <a:lnSpc>
          <a:spcPct val="90000"/>
        </a:lnSpc>
        <a:spcBef>
          <a:spcPts val="374"/>
        </a:spcBef>
        <a:buFont typeface="Arial"/>
        <a:buChar char="•"/>
        <a:defRPr sz="135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>
        <a:lnSpc>
          <a:spcPct val="90000"/>
        </a:lnSpc>
        <a:spcBef>
          <a:spcPts val="374"/>
        </a:spcBef>
        <a:buFont typeface="Arial"/>
        <a:buChar char="•"/>
        <a:defRPr sz="135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>
        <a:lnSpc>
          <a:spcPct val="90000"/>
        </a:lnSpc>
        <a:spcBef>
          <a:spcPts val="374"/>
        </a:spcBef>
        <a:buFont typeface="Arial"/>
        <a:buChar char="•"/>
        <a:defRPr sz="135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>
        <a:lnSpc>
          <a:spcPct val="90000"/>
        </a:lnSpc>
        <a:spcBef>
          <a:spcPts val="374"/>
        </a:spcBef>
        <a:buFont typeface="Arial"/>
        <a:buChar char="•"/>
        <a:defRPr sz="135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>
        <a:lnSpc>
          <a:spcPct val="90000"/>
        </a:lnSpc>
        <a:spcBef>
          <a:spcPts val="374"/>
        </a:spcBef>
        <a:buFont typeface="Arial"/>
        <a:buChar char="•"/>
        <a:defRPr sz="135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>
        <a:lnSpc>
          <a:spcPct val="90000"/>
        </a:lnSpc>
        <a:spcBef>
          <a:spcPts val="374"/>
        </a:spcBef>
        <a:buFont typeface="Arial"/>
        <a:buChar char="•"/>
        <a:defRPr sz="135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685800" rtl="0">
        <a:defRPr sz="135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>
        <a:defRPr sz="135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>
        <a:defRPr sz="135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>
        <a:defRPr sz="135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>
        <a:defRPr sz="135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>
        <a:defRPr sz="135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>
        <a:defRPr sz="135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>
        <a:defRPr sz="135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>
        <a:defRPr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hyperlink" Target="https://medium.com/@alessandromondin/semantic-segmentation-with-pytorch-u-net-from-scratch-502d6565910a" TargetMode="External"/><Relationship Id="rId4" Type="http://schemas.openxmlformats.org/officeDocument/2006/relationships/hyperlink" Target="https://bhimraj.com.np/blog/pytorch-unet-image-segmentation-implementation" TargetMode="External"/><Relationship Id="rId5" Type="http://schemas.openxmlformats.org/officeDocument/2006/relationships/hyperlink" Target="https://github.com/milesial/Pytorch-UNet" TargetMode="External"/><Relationship Id="rId6" Type="http://schemas.openxmlformats.org/officeDocument/2006/relationships/hyperlink" Target="https://www.analyticsvidhya.com/blog/2023/08/unet-architecture-mastering-image-segmentation/" TargetMode="External"/><Relationship Id="rId7" Type="http://schemas.openxmlformats.org/officeDocument/2006/relationships/hyperlink" Target="https://theaisummer.com/unet-architectures/" TargetMode="External"/><Relationship Id="rId8" Type="http://schemas.openxmlformats.org/officeDocument/2006/relationships/hyperlink" Target="https://huggingface.co/datasets/Smily6820/car-images" TargetMode="External"/><Relationship Id="rId9" Type="http://schemas.openxmlformats.org/officeDocument/2006/relationships/hyperlink" Target="https://github.com/EkdeepSLubana/raw_dataset/tree/master" TargetMode="External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.png"/></Relationships>
</file>

<file path=ppt/slides/_rels/slide1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4.png"/></Relationships>
</file>

<file path=ppt/slides/_rels/slide1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5.png"/></Relationships>
</file>

<file path=ppt/slides/_rels/slide1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06131836" name="Título 1"/>
          <p:cNvSpPr>
            <a:spLocks noGrp="1"/>
          </p:cNvSpPr>
          <p:nvPr>
            <p:ph type="ctrTitle"/>
          </p:nvPr>
        </p:nvSpPr>
        <p:spPr bwMode="auto">
          <a:xfrm flipH="0" flipV="0">
            <a:off x="1289016" y="2271946"/>
            <a:ext cx="9378982" cy="1238014"/>
          </a:xfrm>
        </p:spPr>
        <p:txBody>
          <a:bodyPr vertOverflow="overflow" horzOverflow="overflow" vert="horz" wrap="square" lIns="91440" tIns="45720" rIns="91440" bIns="45720" numCol="1" spcCol="0" rtlCol="0" fromWordArt="0" anchor="b" anchorCtr="0" forceAA="0" upright="0" compatLnSpc="0">
            <a:normAutofit/>
          </a:bodyPr>
          <a:lstStyle/>
          <a:p>
            <a:pPr>
              <a:defRPr/>
            </a:pPr>
            <a:r>
              <a:rPr sz="2800" b="1" i="0" u="none">
                <a:solidFill>
                  <a:srgbClr val="000000"/>
                </a:solidFill>
                <a:latin typeface="Adwaita Sans"/>
                <a:ea typeface="Adwaita Sans"/>
                <a:cs typeface="Adwaita Sans"/>
              </a:rPr>
              <a:t>Desarrollo </a:t>
            </a:r>
            <a:r>
              <a:rPr sz="2800" b="1" i="0" u="none">
                <a:solidFill>
                  <a:srgbClr val="000000"/>
                </a:solidFill>
                <a:latin typeface="Adwaita Sans"/>
                <a:ea typeface="Adwaita Sans"/>
                <a:cs typeface="Adwaita Sans"/>
              </a:rPr>
              <a:t>y </a:t>
            </a:r>
            <a:r>
              <a:rPr sz="2800" b="1" i="0" u="none">
                <a:solidFill>
                  <a:srgbClr val="000000"/>
                </a:solidFill>
                <a:latin typeface="Adwaita Sans"/>
                <a:ea typeface="Adwaita Sans"/>
                <a:cs typeface="Adwaita Sans"/>
              </a:rPr>
              <a:t>evaluación </a:t>
            </a:r>
            <a:r>
              <a:rPr sz="2800" b="1" i="0" u="none">
                <a:solidFill>
                  <a:srgbClr val="000000"/>
                </a:solidFill>
                <a:latin typeface="Adwaita Sans"/>
                <a:ea typeface="Adwaita Sans"/>
                <a:cs typeface="Adwaita Sans"/>
              </a:rPr>
              <a:t>de </a:t>
            </a:r>
            <a:r>
              <a:rPr sz="2800" b="1" i="0" u="none">
                <a:solidFill>
                  <a:srgbClr val="000000"/>
                </a:solidFill>
                <a:latin typeface="Adwaita Sans"/>
                <a:ea typeface="Adwaita Sans"/>
                <a:cs typeface="Adwaita Sans"/>
              </a:rPr>
              <a:t>una </a:t>
            </a:r>
            <a:r>
              <a:rPr sz="2800" b="1" i="0" u="none">
                <a:solidFill>
                  <a:srgbClr val="000000"/>
                </a:solidFill>
                <a:latin typeface="Adwaita Sans"/>
                <a:ea typeface="Adwaita Sans"/>
                <a:cs typeface="Adwaita Sans"/>
              </a:rPr>
              <a:t>red </a:t>
            </a:r>
            <a:r>
              <a:rPr sz="2800" b="1" i="0" u="none">
                <a:solidFill>
                  <a:srgbClr val="000000"/>
                </a:solidFill>
                <a:latin typeface="Adwaita Sans"/>
                <a:ea typeface="Adwaita Sans"/>
                <a:cs typeface="Adwaita Sans"/>
              </a:rPr>
              <a:t>neuronal </a:t>
            </a:r>
            <a:r>
              <a:rPr sz="2800" b="1" i="0" u="none">
                <a:solidFill>
                  <a:srgbClr val="000000"/>
                </a:solidFill>
                <a:latin typeface="Adwaita Sans"/>
                <a:ea typeface="Adwaita Sans"/>
                <a:cs typeface="Adwaita Sans"/>
              </a:rPr>
              <a:t>U-Net </a:t>
            </a:r>
            <a:r>
              <a:rPr sz="2800" b="1" i="0" u="none">
                <a:solidFill>
                  <a:srgbClr val="000000"/>
                </a:solidFill>
                <a:latin typeface="Adwaita Sans"/>
                <a:ea typeface="Adwaita Sans"/>
                <a:cs typeface="Adwaita Sans"/>
              </a:rPr>
              <a:t>para </a:t>
            </a:r>
            <a:r>
              <a:rPr sz="2800" b="1" i="0" u="none">
                <a:solidFill>
                  <a:srgbClr val="000000"/>
                </a:solidFill>
                <a:latin typeface="Adwaita Sans"/>
                <a:ea typeface="Adwaita Sans"/>
                <a:cs typeface="Adwaita Sans"/>
              </a:rPr>
              <a:t>la </a:t>
            </a:r>
            <a:r>
              <a:rPr sz="2800" b="1" i="0" u="none">
                <a:solidFill>
                  <a:srgbClr val="000000"/>
                </a:solidFill>
                <a:latin typeface="Adwaita Sans"/>
                <a:ea typeface="Adwaita Sans"/>
                <a:cs typeface="Adwaita Sans"/>
              </a:rPr>
              <a:t>segmentación </a:t>
            </a:r>
            <a:r>
              <a:rPr sz="2800" b="1" i="0" u="none">
                <a:solidFill>
                  <a:srgbClr val="000000"/>
                </a:solidFill>
                <a:latin typeface="Adwaita Sans"/>
                <a:ea typeface="Adwaita Sans"/>
                <a:cs typeface="Adwaita Sans"/>
              </a:rPr>
              <a:t>semántica </a:t>
            </a:r>
            <a:r>
              <a:rPr sz="2800" b="1" i="0" u="none">
                <a:solidFill>
                  <a:srgbClr val="000000"/>
                </a:solidFill>
                <a:latin typeface="Adwaita Sans"/>
                <a:ea typeface="Adwaita Sans"/>
                <a:cs typeface="Adwaita Sans"/>
              </a:rPr>
              <a:t>binaria </a:t>
            </a:r>
            <a:r>
              <a:rPr sz="2800" b="1" i="0" u="none">
                <a:solidFill>
                  <a:srgbClr val="000000"/>
                </a:solidFill>
                <a:latin typeface="Adwaita Sans"/>
                <a:ea typeface="Adwaita Sans"/>
                <a:cs typeface="Adwaita Sans"/>
              </a:rPr>
              <a:t>de </a:t>
            </a:r>
            <a:r>
              <a:rPr sz="2800" b="1" i="0" u="none">
                <a:solidFill>
                  <a:srgbClr val="000000"/>
                </a:solidFill>
                <a:latin typeface="Adwaita Sans"/>
                <a:ea typeface="Adwaita Sans"/>
                <a:cs typeface="Adwaita Sans"/>
              </a:rPr>
              <a:t>vehículos </a:t>
            </a:r>
            <a:r>
              <a:rPr sz="2800" b="1" i="0" u="none">
                <a:solidFill>
                  <a:srgbClr val="000000"/>
                </a:solidFill>
                <a:latin typeface="Adwaita Sans"/>
                <a:ea typeface="Adwaita Sans"/>
                <a:cs typeface="Adwaita Sans"/>
              </a:rPr>
              <a:t>en </a:t>
            </a:r>
            <a:r>
              <a:rPr sz="2800" b="1" i="0" u="none">
                <a:solidFill>
                  <a:srgbClr val="000000"/>
                </a:solidFill>
                <a:latin typeface="Adwaita Sans"/>
                <a:ea typeface="Adwaita Sans"/>
                <a:cs typeface="Adwaita Sans"/>
              </a:rPr>
              <a:t>imágenes </a:t>
            </a:r>
            <a:r>
              <a:rPr sz="2800" b="1" i="0" u="none">
                <a:solidFill>
                  <a:srgbClr val="000000"/>
                </a:solidFill>
                <a:latin typeface="Adwaita Sans"/>
                <a:ea typeface="Adwaita Sans"/>
                <a:cs typeface="Adwaita Sans"/>
              </a:rPr>
              <a:t>urbanas</a:t>
            </a:r>
            <a:endParaRPr lang="es-ES" sz="80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74190599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b="1">
                <a:latin typeface="Adwaita Sans"/>
                <a:ea typeface="Adwaita Sans"/>
                <a:cs typeface="Adwaita Sans"/>
              </a:rPr>
              <a:t>2. Introducción</a:t>
            </a:r>
            <a:r>
              <a:rPr b="1"/>
              <a:t> </a:t>
            </a:r>
            <a:endParaRPr/>
          </a:p>
        </p:txBody>
      </p:sp>
      <p:pic>
        <p:nvPicPr>
          <p:cNvPr id="1323168675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rot="0" flipH="0" flipV="0">
            <a:off x="838198" y="4065489"/>
            <a:ext cx="4193203" cy="2188719"/>
          </a:xfrm>
          <a:prstGeom prst="rect">
            <a:avLst/>
          </a:prstGeom>
        </p:spPr>
      </p:pic>
      <p:sp>
        <p:nvSpPr>
          <p:cNvPr id="1363148332" name=""/>
          <p:cNvSpPr txBox="1"/>
          <p:nvPr/>
        </p:nvSpPr>
        <p:spPr bwMode="auto">
          <a:xfrm rot="0" flipH="0" flipV="0">
            <a:off x="805242" y="1413369"/>
            <a:ext cx="10581868" cy="265212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just">
              <a:defRPr/>
            </a:pPr>
            <a:r>
              <a:rPr sz="1400" b="0" i="0" u="none">
                <a:solidFill>
                  <a:srgbClr val="000000"/>
                </a:solidFill>
                <a:latin typeface="Adwaita Mono"/>
                <a:ea typeface="Adwaita Mono"/>
                <a:cs typeface="Adwaita Mono"/>
              </a:rPr>
              <a:t>La </a:t>
            </a:r>
            <a:r>
              <a:rPr sz="1400" b="0" i="0" u="none">
                <a:solidFill>
                  <a:srgbClr val="000000"/>
                </a:solidFill>
                <a:latin typeface="Adwaita Mono"/>
                <a:ea typeface="Adwaita Mono"/>
                <a:cs typeface="Adwaita Mono"/>
              </a:rPr>
              <a:t>visión </a:t>
            </a:r>
            <a:r>
              <a:rPr sz="1400" b="0" i="0" u="none">
                <a:solidFill>
                  <a:srgbClr val="000000"/>
                </a:solidFill>
                <a:latin typeface="Adwaita Mono"/>
                <a:ea typeface="Adwaita Mono"/>
                <a:cs typeface="Adwaita Mono"/>
              </a:rPr>
              <a:t>por </a:t>
            </a:r>
            <a:r>
              <a:rPr sz="1400" b="0" i="0" u="none">
                <a:solidFill>
                  <a:srgbClr val="000000"/>
                </a:solidFill>
                <a:latin typeface="Adwaita Mono"/>
                <a:ea typeface="Adwaita Mono"/>
                <a:cs typeface="Adwaita Mono"/>
              </a:rPr>
              <a:t>computadora </a:t>
            </a:r>
            <a:r>
              <a:rPr sz="1400" b="0" i="0" u="none">
                <a:solidFill>
                  <a:srgbClr val="000000"/>
                </a:solidFill>
                <a:latin typeface="Adwaita Mono"/>
                <a:ea typeface="Adwaita Mono"/>
                <a:cs typeface="Adwaita Mono"/>
              </a:rPr>
              <a:t>estudia </a:t>
            </a:r>
            <a:r>
              <a:rPr sz="1400" b="0" i="0" u="none">
                <a:solidFill>
                  <a:srgbClr val="000000"/>
                </a:solidFill>
                <a:latin typeface="Adwaita Mono"/>
                <a:ea typeface="Adwaita Mono"/>
                <a:cs typeface="Adwaita Mono"/>
              </a:rPr>
              <a:t>métodos </a:t>
            </a:r>
            <a:r>
              <a:rPr sz="1400" b="0" i="0" u="none">
                <a:solidFill>
                  <a:srgbClr val="000000"/>
                </a:solidFill>
                <a:latin typeface="Adwaita Mono"/>
                <a:ea typeface="Adwaita Mono"/>
                <a:cs typeface="Adwaita Mono"/>
              </a:rPr>
              <a:t>que </a:t>
            </a:r>
            <a:r>
              <a:rPr sz="1400" b="0" i="0" u="none">
                <a:solidFill>
                  <a:srgbClr val="000000"/>
                </a:solidFill>
                <a:latin typeface="Adwaita Mono"/>
                <a:ea typeface="Adwaita Mono"/>
                <a:cs typeface="Adwaita Mono"/>
              </a:rPr>
              <a:t>permiten </a:t>
            </a:r>
            <a:r>
              <a:rPr sz="1400" b="0" i="0" u="none">
                <a:solidFill>
                  <a:srgbClr val="000000"/>
                </a:solidFill>
                <a:latin typeface="Adwaita Mono"/>
                <a:ea typeface="Adwaita Mono"/>
                <a:cs typeface="Adwaita Mono"/>
              </a:rPr>
              <a:t>a </a:t>
            </a:r>
            <a:r>
              <a:rPr sz="1400" b="0" i="0" u="none">
                <a:solidFill>
                  <a:srgbClr val="000000"/>
                </a:solidFill>
                <a:latin typeface="Adwaita Mono"/>
                <a:ea typeface="Adwaita Mono"/>
                <a:cs typeface="Adwaita Mono"/>
              </a:rPr>
              <a:t>los </a:t>
            </a:r>
            <a:r>
              <a:rPr sz="1400" b="0" i="0" u="none">
                <a:solidFill>
                  <a:srgbClr val="000000"/>
                </a:solidFill>
                <a:latin typeface="Adwaita Mono"/>
                <a:ea typeface="Adwaita Mono"/>
                <a:cs typeface="Adwaita Mono"/>
              </a:rPr>
              <a:t>sistemas </a:t>
            </a:r>
            <a:r>
              <a:rPr sz="1400" b="0" i="0" u="none">
                <a:solidFill>
                  <a:srgbClr val="000000"/>
                </a:solidFill>
                <a:latin typeface="Adwaita Mono"/>
                <a:ea typeface="Adwaita Mono"/>
                <a:cs typeface="Adwaita Mono"/>
              </a:rPr>
              <a:t>informáticos </a:t>
            </a:r>
            <a:r>
              <a:rPr sz="1400" b="0" i="0" u="none">
                <a:solidFill>
                  <a:srgbClr val="000000"/>
                </a:solidFill>
                <a:latin typeface="Adwaita Mono"/>
                <a:ea typeface="Adwaita Mono"/>
                <a:cs typeface="Adwaita Mono"/>
              </a:rPr>
              <a:t>extraer </a:t>
            </a:r>
            <a:r>
              <a:rPr sz="1400" b="0" i="0" u="none">
                <a:solidFill>
                  <a:srgbClr val="000000"/>
                </a:solidFill>
                <a:latin typeface="Adwaita Mono"/>
                <a:ea typeface="Adwaita Mono"/>
                <a:cs typeface="Adwaita Mono"/>
              </a:rPr>
              <a:t>información </a:t>
            </a:r>
            <a:r>
              <a:rPr sz="1400" b="0" i="0" u="none">
                <a:solidFill>
                  <a:srgbClr val="000000"/>
                </a:solidFill>
                <a:latin typeface="Adwaita Mono"/>
                <a:ea typeface="Adwaita Mono"/>
                <a:cs typeface="Adwaita Mono"/>
              </a:rPr>
              <a:t>de </a:t>
            </a:r>
            <a:r>
              <a:rPr sz="1400" b="0" i="0" u="none">
                <a:solidFill>
                  <a:srgbClr val="000000"/>
                </a:solidFill>
                <a:latin typeface="Adwaita Mono"/>
                <a:ea typeface="Adwaita Mono"/>
                <a:cs typeface="Adwaita Mono"/>
              </a:rPr>
              <a:t>imágenes </a:t>
            </a:r>
            <a:r>
              <a:rPr sz="1400" b="0" i="0" u="none">
                <a:solidFill>
                  <a:srgbClr val="000000"/>
                </a:solidFill>
                <a:latin typeface="Adwaita Mono"/>
                <a:ea typeface="Adwaita Mono"/>
                <a:cs typeface="Adwaita Mono"/>
              </a:rPr>
              <a:t>y </a:t>
            </a:r>
            <a:r>
              <a:rPr sz="1400" b="0" i="0" u="none">
                <a:solidFill>
                  <a:srgbClr val="000000"/>
                </a:solidFill>
                <a:latin typeface="Adwaita Mono"/>
                <a:ea typeface="Adwaita Mono"/>
                <a:cs typeface="Adwaita Mono"/>
              </a:rPr>
              <a:t>vídeos. </a:t>
            </a:r>
            <a:r>
              <a:rPr sz="1400" b="0" i="0" u="none">
                <a:solidFill>
                  <a:srgbClr val="000000"/>
                </a:solidFill>
                <a:latin typeface="Adwaita Mono"/>
                <a:ea typeface="Adwaita Mono"/>
                <a:cs typeface="Adwaita Mono"/>
              </a:rPr>
              <a:t>Una </a:t>
            </a:r>
            <a:r>
              <a:rPr sz="1400" b="0" i="0" u="none">
                <a:solidFill>
                  <a:srgbClr val="000000"/>
                </a:solidFill>
                <a:latin typeface="Adwaita Mono"/>
                <a:ea typeface="Adwaita Mono"/>
                <a:cs typeface="Adwaita Mono"/>
              </a:rPr>
              <a:t>de </a:t>
            </a:r>
            <a:r>
              <a:rPr sz="1400" b="0" i="0" u="none">
                <a:solidFill>
                  <a:srgbClr val="000000"/>
                </a:solidFill>
                <a:latin typeface="Adwaita Mono"/>
                <a:ea typeface="Adwaita Mono"/>
                <a:cs typeface="Adwaita Mono"/>
              </a:rPr>
              <a:t>sus </a:t>
            </a:r>
            <a:r>
              <a:rPr sz="1400" b="0" i="0" u="none">
                <a:solidFill>
                  <a:srgbClr val="000000"/>
                </a:solidFill>
                <a:latin typeface="Adwaita Mono"/>
                <a:ea typeface="Adwaita Mono"/>
                <a:cs typeface="Adwaita Mono"/>
              </a:rPr>
              <a:t>tareas </a:t>
            </a:r>
            <a:r>
              <a:rPr sz="1400" b="0" i="0" u="none">
                <a:solidFill>
                  <a:srgbClr val="000000"/>
                </a:solidFill>
                <a:latin typeface="Adwaita Mono"/>
                <a:ea typeface="Adwaita Mono"/>
                <a:cs typeface="Adwaita Mono"/>
              </a:rPr>
              <a:t>es </a:t>
            </a:r>
            <a:r>
              <a:rPr sz="1400" b="0" i="0" u="none">
                <a:solidFill>
                  <a:srgbClr val="000000"/>
                </a:solidFill>
                <a:latin typeface="Adwaita Mono"/>
                <a:ea typeface="Adwaita Mono"/>
                <a:cs typeface="Adwaita Mono"/>
              </a:rPr>
              <a:t>la </a:t>
            </a:r>
            <a:r>
              <a:rPr sz="1400" b="0" i="0" u="none">
                <a:solidFill>
                  <a:srgbClr val="000000"/>
                </a:solidFill>
                <a:latin typeface="Adwaita Mono"/>
                <a:ea typeface="Adwaita Mono"/>
                <a:cs typeface="Adwaita Mono"/>
              </a:rPr>
              <a:t>segmentación </a:t>
            </a:r>
            <a:r>
              <a:rPr sz="1400" b="0" i="0" u="none">
                <a:solidFill>
                  <a:srgbClr val="000000"/>
                </a:solidFill>
                <a:latin typeface="Adwaita Mono"/>
                <a:ea typeface="Adwaita Mono"/>
                <a:cs typeface="Adwaita Mono"/>
              </a:rPr>
              <a:t>semántica, </a:t>
            </a:r>
            <a:r>
              <a:rPr sz="1400" b="0" i="0" u="none">
                <a:solidFill>
                  <a:srgbClr val="000000"/>
                </a:solidFill>
                <a:latin typeface="Adwaita Mono"/>
                <a:ea typeface="Adwaita Mono"/>
                <a:cs typeface="Adwaita Mono"/>
              </a:rPr>
              <a:t>que </a:t>
            </a:r>
            <a:r>
              <a:rPr sz="1400" b="0" i="0" u="none">
                <a:solidFill>
                  <a:srgbClr val="000000"/>
                </a:solidFill>
                <a:latin typeface="Adwaita Mono"/>
                <a:ea typeface="Adwaita Mono"/>
                <a:cs typeface="Adwaita Mono"/>
              </a:rPr>
              <a:t>asigna </a:t>
            </a:r>
            <a:r>
              <a:rPr sz="1400" b="0" i="0" u="none">
                <a:solidFill>
                  <a:srgbClr val="000000"/>
                </a:solidFill>
                <a:latin typeface="Adwaita Mono"/>
                <a:ea typeface="Adwaita Mono"/>
                <a:cs typeface="Adwaita Mono"/>
              </a:rPr>
              <a:t>una </a:t>
            </a:r>
            <a:r>
              <a:rPr sz="1400" b="0" i="0" u="none">
                <a:solidFill>
                  <a:srgbClr val="000000"/>
                </a:solidFill>
                <a:latin typeface="Adwaita Mono"/>
                <a:ea typeface="Adwaita Mono"/>
                <a:cs typeface="Adwaita Mono"/>
              </a:rPr>
              <a:t>categoría </a:t>
            </a:r>
            <a:r>
              <a:rPr sz="1400" b="0" i="0" u="none">
                <a:solidFill>
                  <a:srgbClr val="000000"/>
                </a:solidFill>
                <a:latin typeface="Adwaita Mono"/>
                <a:ea typeface="Adwaita Mono"/>
                <a:cs typeface="Adwaita Mono"/>
              </a:rPr>
              <a:t>a </a:t>
            </a:r>
            <a:r>
              <a:rPr sz="1400" b="0" i="0" u="none">
                <a:solidFill>
                  <a:srgbClr val="000000"/>
                </a:solidFill>
                <a:latin typeface="Adwaita Mono"/>
                <a:ea typeface="Adwaita Mono"/>
                <a:cs typeface="Adwaita Mono"/>
              </a:rPr>
              <a:t>cada </a:t>
            </a:r>
            <a:r>
              <a:rPr sz="1400" b="0" i="0" u="none">
                <a:solidFill>
                  <a:srgbClr val="000000"/>
                </a:solidFill>
                <a:latin typeface="Adwaita Mono"/>
                <a:ea typeface="Adwaita Mono"/>
                <a:cs typeface="Adwaita Mono"/>
              </a:rPr>
              <a:t>píxel </a:t>
            </a:r>
            <a:r>
              <a:rPr sz="1400" b="0" i="0" u="none">
                <a:solidFill>
                  <a:srgbClr val="000000"/>
                </a:solidFill>
                <a:latin typeface="Adwaita Mono"/>
                <a:ea typeface="Adwaita Mono"/>
                <a:cs typeface="Adwaita Mono"/>
              </a:rPr>
              <a:t>de </a:t>
            </a:r>
            <a:r>
              <a:rPr sz="1400" b="0" i="0" u="none">
                <a:solidFill>
                  <a:srgbClr val="000000"/>
                </a:solidFill>
                <a:latin typeface="Adwaita Mono"/>
                <a:ea typeface="Adwaita Mono"/>
                <a:cs typeface="Adwaita Mono"/>
              </a:rPr>
              <a:t>una </a:t>
            </a:r>
            <a:r>
              <a:rPr sz="1400" b="0" i="0" u="none">
                <a:solidFill>
                  <a:srgbClr val="000000"/>
                </a:solidFill>
                <a:latin typeface="Adwaita Mono"/>
                <a:ea typeface="Adwaita Mono"/>
                <a:cs typeface="Adwaita Mono"/>
              </a:rPr>
              <a:t>imagen.</a:t>
            </a:r>
            <a:endParaRPr sz="2000">
              <a:latin typeface="Adwaita Mono"/>
              <a:cs typeface="Adwaita Mono"/>
            </a:endParaRPr>
          </a:p>
          <a:p>
            <a:pPr algn="just">
              <a:defRPr/>
            </a:pPr>
            <a:r>
              <a:rPr sz="1400" b="0" i="0" u="none">
                <a:solidFill>
                  <a:srgbClr val="000000"/>
                </a:solidFill>
                <a:latin typeface="Adwaita Mono"/>
                <a:ea typeface="Adwaita Mono"/>
                <a:cs typeface="Adwaita Mono"/>
              </a:rPr>
              <a:t>En </a:t>
            </a:r>
            <a:r>
              <a:rPr sz="1400" b="0" i="0" u="none">
                <a:solidFill>
                  <a:srgbClr val="000000"/>
                </a:solidFill>
                <a:latin typeface="Adwaita Mono"/>
                <a:ea typeface="Adwaita Mono"/>
                <a:cs typeface="Adwaita Mono"/>
              </a:rPr>
              <a:t>este </a:t>
            </a:r>
            <a:r>
              <a:rPr sz="1400" b="0" i="0" u="none">
                <a:solidFill>
                  <a:srgbClr val="000000"/>
                </a:solidFill>
                <a:latin typeface="Adwaita Mono"/>
                <a:ea typeface="Adwaita Mono"/>
                <a:cs typeface="Adwaita Mono"/>
              </a:rPr>
              <a:t>proyecto </a:t>
            </a:r>
            <a:r>
              <a:rPr sz="1400" b="0" i="0" u="none">
                <a:solidFill>
                  <a:srgbClr val="000000"/>
                </a:solidFill>
                <a:latin typeface="Adwaita Mono"/>
                <a:ea typeface="Adwaita Mono"/>
                <a:cs typeface="Adwaita Mono"/>
              </a:rPr>
              <a:t>se </a:t>
            </a:r>
            <a:r>
              <a:rPr sz="1400" b="0" i="0" u="none">
                <a:solidFill>
                  <a:srgbClr val="000000"/>
                </a:solidFill>
                <a:latin typeface="Adwaita Mono"/>
                <a:ea typeface="Adwaita Mono"/>
                <a:cs typeface="Adwaita Mono"/>
              </a:rPr>
              <a:t>utiliza </a:t>
            </a:r>
            <a:r>
              <a:rPr sz="1400" b="0" i="0" u="none">
                <a:solidFill>
                  <a:srgbClr val="000000"/>
                </a:solidFill>
                <a:latin typeface="Adwaita Mono"/>
                <a:ea typeface="Adwaita Mono"/>
                <a:cs typeface="Adwaita Mono"/>
              </a:rPr>
              <a:t>una </a:t>
            </a:r>
            <a:r>
              <a:rPr sz="1400" b="0" i="0" u="none">
                <a:solidFill>
                  <a:srgbClr val="000000"/>
                </a:solidFill>
                <a:latin typeface="Adwaita Mono"/>
                <a:ea typeface="Adwaita Mono"/>
                <a:cs typeface="Adwaita Mono"/>
              </a:rPr>
              <a:t>clasificación </a:t>
            </a:r>
            <a:r>
              <a:rPr sz="1400" b="0" i="0" u="none">
                <a:solidFill>
                  <a:srgbClr val="000000"/>
                </a:solidFill>
                <a:latin typeface="Adwaita Mono"/>
                <a:ea typeface="Adwaita Mono"/>
                <a:cs typeface="Adwaita Mono"/>
              </a:rPr>
              <a:t>binaria:</a:t>
            </a:r>
            <a:endParaRPr sz="2000">
              <a:latin typeface="Adwaita Mono"/>
              <a:cs typeface="Adwaita Mono"/>
            </a:endParaRPr>
          </a:p>
          <a:p>
            <a:pPr algn="just">
              <a:defRPr/>
            </a:pPr>
            <a:r>
              <a:rPr sz="1400" b="0" i="0" u="none">
                <a:solidFill>
                  <a:srgbClr val="000000"/>
                </a:solidFill>
                <a:latin typeface="Adwaita Mono"/>
                <a:ea typeface="Adwaita Mono"/>
                <a:cs typeface="Adwaita Mono"/>
              </a:rPr>
              <a:t>Clase </a:t>
            </a:r>
            <a:r>
              <a:rPr sz="1400" b="0" i="0" u="none">
                <a:solidFill>
                  <a:srgbClr val="000000"/>
                </a:solidFill>
                <a:latin typeface="Adwaita Mono"/>
                <a:ea typeface="Adwaita Mono"/>
                <a:cs typeface="Adwaita Mono"/>
              </a:rPr>
              <a:t>0: </a:t>
            </a:r>
            <a:r>
              <a:rPr sz="1400" b="0" i="0" u="none">
                <a:solidFill>
                  <a:srgbClr val="000000"/>
                </a:solidFill>
                <a:latin typeface="Adwaita Mono"/>
                <a:ea typeface="Adwaita Mono"/>
                <a:cs typeface="Adwaita Mono"/>
              </a:rPr>
              <a:t>fondo.</a:t>
            </a:r>
            <a:endParaRPr sz="2000">
              <a:latin typeface="Adwaita Mono"/>
              <a:cs typeface="Adwaita Mono"/>
            </a:endParaRPr>
          </a:p>
          <a:p>
            <a:pPr algn="just">
              <a:defRPr/>
            </a:pPr>
            <a:r>
              <a:rPr sz="1400" b="0" i="0" u="none">
                <a:solidFill>
                  <a:srgbClr val="000000"/>
                </a:solidFill>
                <a:latin typeface="Adwaita Mono"/>
                <a:ea typeface="Adwaita Mono"/>
                <a:cs typeface="Adwaita Mono"/>
              </a:rPr>
              <a:t>Clase </a:t>
            </a:r>
            <a:r>
              <a:rPr sz="1400" b="0" i="0" u="none">
                <a:solidFill>
                  <a:srgbClr val="000000"/>
                </a:solidFill>
                <a:latin typeface="Adwaita Mono"/>
                <a:ea typeface="Adwaita Mono"/>
                <a:cs typeface="Adwaita Mono"/>
              </a:rPr>
              <a:t>1: </a:t>
            </a:r>
            <a:r>
              <a:rPr sz="1400" b="0" i="0" u="none">
                <a:solidFill>
                  <a:srgbClr val="000000"/>
                </a:solidFill>
                <a:latin typeface="Adwaita Mono"/>
                <a:ea typeface="Adwaita Mono"/>
                <a:cs typeface="Adwaita Mono"/>
              </a:rPr>
              <a:t>coche.</a:t>
            </a:r>
            <a:endParaRPr sz="2000">
              <a:latin typeface="Adwaita Mono"/>
              <a:cs typeface="Adwaita Mono"/>
            </a:endParaRPr>
          </a:p>
          <a:p>
            <a:pPr algn="just">
              <a:defRPr/>
            </a:pPr>
            <a:r>
              <a:rPr sz="1400" b="0" i="0" u="none">
                <a:solidFill>
                  <a:srgbClr val="000000"/>
                </a:solidFill>
                <a:latin typeface="Adwaita Mono"/>
                <a:ea typeface="Adwaita Mono"/>
                <a:cs typeface="Adwaita Mono"/>
              </a:rPr>
              <a:t>Esto </a:t>
            </a:r>
            <a:r>
              <a:rPr sz="1400" b="0" i="0" u="none">
                <a:solidFill>
                  <a:srgbClr val="000000"/>
                </a:solidFill>
                <a:latin typeface="Adwaita Mono"/>
                <a:ea typeface="Adwaita Mono"/>
                <a:cs typeface="Adwaita Mono"/>
              </a:rPr>
              <a:t>permite </a:t>
            </a:r>
            <a:r>
              <a:rPr sz="1400" b="0" i="0" u="none">
                <a:solidFill>
                  <a:srgbClr val="000000"/>
                </a:solidFill>
                <a:latin typeface="Adwaita Mono"/>
                <a:ea typeface="Adwaita Mono"/>
                <a:cs typeface="Adwaita Mono"/>
              </a:rPr>
              <a:t>obtener </a:t>
            </a:r>
            <a:r>
              <a:rPr sz="1400" b="0" i="0" u="none">
                <a:solidFill>
                  <a:srgbClr val="000000"/>
                </a:solidFill>
                <a:latin typeface="Adwaita Mono"/>
                <a:ea typeface="Adwaita Mono"/>
                <a:cs typeface="Adwaita Mono"/>
              </a:rPr>
              <a:t>una </a:t>
            </a:r>
            <a:r>
              <a:rPr sz="1400" b="0" i="0" u="none">
                <a:solidFill>
                  <a:srgbClr val="000000"/>
                </a:solidFill>
                <a:latin typeface="Adwaita Mono"/>
                <a:ea typeface="Adwaita Mono"/>
                <a:cs typeface="Adwaita Mono"/>
              </a:rPr>
              <a:t>máscara </a:t>
            </a:r>
            <a:r>
              <a:rPr sz="1400" b="0" i="0" u="none">
                <a:solidFill>
                  <a:srgbClr val="000000"/>
                </a:solidFill>
                <a:latin typeface="Adwaita Mono"/>
                <a:ea typeface="Adwaita Mono"/>
                <a:cs typeface="Adwaita Mono"/>
              </a:rPr>
              <a:t>que </a:t>
            </a:r>
            <a:r>
              <a:rPr sz="1400" b="0" i="0" u="none">
                <a:solidFill>
                  <a:srgbClr val="000000"/>
                </a:solidFill>
                <a:latin typeface="Adwaita Mono"/>
                <a:ea typeface="Adwaita Mono"/>
                <a:cs typeface="Adwaita Mono"/>
              </a:rPr>
              <a:t>delimita </a:t>
            </a:r>
            <a:r>
              <a:rPr sz="1400" b="0" i="0" u="none">
                <a:solidFill>
                  <a:srgbClr val="000000"/>
                </a:solidFill>
                <a:latin typeface="Adwaita Mono"/>
                <a:ea typeface="Adwaita Mono"/>
                <a:cs typeface="Adwaita Mono"/>
              </a:rPr>
              <a:t>los </a:t>
            </a:r>
            <a:r>
              <a:rPr sz="1400" b="0" i="0" u="none">
                <a:solidFill>
                  <a:srgbClr val="000000"/>
                </a:solidFill>
                <a:latin typeface="Adwaita Mono"/>
                <a:ea typeface="Adwaita Mono"/>
                <a:cs typeface="Adwaita Mono"/>
              </a:rPr>
              <a:t>píxeles </a:t>
            </a:r>
            <a:r>
              <a:rPr sz="1400" b="0" i="0" u="none">
                <a:solidFill>
                  <a:srgbClr val="000000"/>
                </a:solidFill>
                <a:latin typeface="Adwaita Mono"/>
                <a:ea typeface="Adwaita Mono"/>
                <a:cs typeface="Adwaita Mono"/>
              </a:rPr>
              <a:t>de </a:t>
            </a:r>
            <a:r>
              <a:rPr sz="1400" b="0" i="0" u="none">
                <a:solidFill>
                  <a:srgbClr val="000000"/>
                </a:solidFill>
                <a:latin typeface="Adwaita Mono"/>
                <a:ea typeface="Adwaita Mono"/>
                <a:cs typeface="Adwaita Mono"/>
              </a:rPr>
              <a:t>los </a:t>
            </a:r>
            <a:r>
              <a:rPr sz="1400" b="0" i="0" u="none">
                <a:solidFill>
                  <a:srgbClr val="000000"/>
                </a:solidFill>
                <a:latin typeface="Adwaita Mono"/>
                <a:ea typeface="Adwaita Mono"/>
                <a:cs typeface="Adwaita Mono"/>
              </a:rPr>
              <a:t>coches, </a:t>
            </a:r>
            <a:r>
              <a:rPr sz="1400" b="0" i="0" u="none">
                <a:solidFill>
                  <a:srgbClr val="000000"/>
                </a:solidFill>
                <a:latin typeface="Adwaita Mono"/>
                <a:ea typeface="Adwaita Mono"/>
                <a:cs typeface="Adwaita Mono"/>
              </a:rPr>
              <a:t>en </a:t>
            </a:r>
            <a:r>
              <a:rPr sz="1400" b="0" i="0" u="none">
                <a:solidFill>
                  <a:srgbClr val="000000"/>
                </a:solidFill>
                <a:latin typeface="Adwaita Mono"/>
                <a:ea typeface="Adwaita Mono"/>
                <a:cs typeface="Adwaita Mono"/>
              </a:rPr>
              <a:t>lugar </a:t>
            </a:r>
            <a:r>
              <a:rPr sz="1400" b="0" i="0" u="none">
                <a:solidFill>
                  <a:srgbClr val="000000"/>
                </a:solidFill>
                <a:latin typeface="Adwaita Mono"/>
                <a:ea typeface="Adwaita Mono"/>
                <a:cs typeface="Adwaita Mono"/>
              </a:rPr>
              <a:t>de </a:t>
            </a:r>
            <a:r>
              <a:rPr sz="1400" b="0" i="0" u="none">
                <a:solidFill>
                  <a:srgbClr val="000000"/>
                </a:solidFill>
                <a:latin typeface="Adwaita Mono"/>
                <a:ea typeface="Adwaita Mono"/>
                <a:cs typeface="Adwaita Mono"/>
              </a:rPr>
              <a:t>limitarse </a:t>
            </a:r>
            <a:r>
              <a:rPr sz="1400" b="0" i="0" u="none">
                <a:solidFill>
                  <a:srgbClr val="000000"/>
                </a:solidFill>
                <a:latin typeface="Adwaita Mono"/>
                <a:ea typeface="Adwaita Mono"/>
                <a:cs typeface="Adwaita Mono"/>
              </a:rPr>
              <a:t>a </a:t>
            </a:r>
            <a:r>
              <a:rPr sz="1400" b="0" i="0" u="none">
                <a:solidFill>
                  <a:srgbClr val="000000"/>
                </a:solidFill>
                <a:latin typeface="Adwaita Mono"/>
                <a:ea typeface="Adwaita Mono"/>
                <a:cs typeface="Adwaita Mono"/>
              </a:rPr>
              <a:t>dibujar </a:t>
            </a:r>
            <a:r>
              <a:rPr sz="1400" b="0" i="0" u="none">
                <a:solidFill>
                  <a:srgbClr val="000000"/>
                </a:solidFill>
                <a:latin typeface="Adwaita Mono"/>
                <a:ea typeface="Adwaita Mono"/>
                <a:cs typeface="Adwaita Mono"/>
              </a:rPr>
              <a:t>un </a:t>
            </a:r>
            <a:r>
              <a:rPr sz="1400" b="0" i="0" u="none">
                <a:solidFill>
                  <a:srgbClr val="000000"/>
                </a:solidFill>
                <a:latin typeface="Adwaita Mono"/>
                <a:ea typeface="Adwaita Mono"/>
                <a:cs typeface="Adwaita Mono"/>
              </a:rPr>
              <a:t>rectángulo </a:t>
            </a:r>
            <a:r>
              <a:rPr sz="1400" b="0" i="0" u="none">
                <a:solidFill>
                  <a:srgbClr val="000000"/>
                </a:solidFill>
                <a:latin typeface="Adwaita Mono"/>
                <a:ea typeface="Adwaita Mono"/>
                <a:cs typeface="Adwaita Mono"/>
              </a:rPr>
              <a:t>alrededor </a:t>
            </a:r>
            <a:r>
              <a:rPr sz="1400" b="0" i="0" u="none">
                <a:solidFill>
                  <a:srgbClr val="000000"/>
                </a:solidFill>
                <a:latin typeface="Adwaita Mono"/>
                <a:ea typeface="Adwaita Mono"/>
                <a:cs typeface="Adwaita Mono"/>
              </a:rPr>
              <a:t>de </a:t>
            </a:r>
            <a:r>
              <a:rPr sz="1400" b="0" i="0" u="none">
                <a:solidFill>
                  <a:srgbClr val="000000"/>
                </a:solidFill>
                <a:latin typeface="Adwaita Mono"/>
                <a:ea typeface="Adwaita Mono"/>
                <a:cs typeface="Adwaita Mono"/>
              </a:rPr>
              <a:t>cada </a:t>
            </a:r>
            <a:r>
              <a:rPr sz="1400" b="0" i="0" u="none">
                <a:solidFill>
                  <a:srgbClr val="000000"/>
                </a:solidFill>
                <a:latin typeface="Adwaita Mono"/>
                <a:ea typeface="Adwaita Mono"/>
                <a:cs typeface="Adwaita Mono"/>
              </a:rPr>
              <a:t>vehículo.</a:t>
            </a:r>
            <a:endParaRPr sz="2000">
              <a:latin typeface="Adwaita Mono"/>
              <a:cs typeface="Adwaita Mono"/>
            </a:endParaRPr>
          </a:p>
          <a:p>
            <a:pPr algn="just">
              <a:defRPr/>
            </a:pPr>
            <a:r>
              <a:rPr sz="1400" b="0" i="0" u="none">
                <a:solidFill>
                  <a:srgbClr val="000000"/>
                </a:solidFill>
                <a:latin typeface="Adwaita Mono"/>
                <a:ea typeface="Adwaita Mono"/>
                <a:cs typeface="Adwaita Mono"/>
              </a:rPr>
              <a:t>La </a:t>
            </a:r>
            <a:r>
              <a:rPr sz="1400" b="0" i="0" u="none">
                <a:solidFill>
                  <a:srgbClr val="000000"/>
                </a:solidFill>
                <a:latin typeface="Adwaita Mono"/>
                <a:ea typeface="Adwaita Mono"/>
                <a:cs typeface="Adwaita Mono"/>
              </a:rPr>
              <a:t>distinción </a:t>
            </a:r>
            <a:r>
              <a:rPr sz="1400" b="0" i="0" u="none">
                <a:solidFill>
                  <a:srgbClr val="000000"/>
                </a:solidFill>
                <a:latin typeface="Adwaita Mono"/>
                <a:ea typeface="Adwaita Mono"/>
                <a:cs typeface="Adwaita Mono"/>
              </a:rPr>
              <a:t>importa: </a:t>
            </a:r>
            <a:r>
              <a:rPr sz="1400" b="0" i="0" u="none">
                <a:solidFill>
                  <a:srgbClr val="000000"/>
                </a:solidFill>
                <a:latin typeface="Adwaita Mono"/>
                <a:ea typeface="Adwaita Mono"/>
                <a:cs typeface="Adwaita Mono"/>
              </a:rPr>
              <a:t>la </a:t>
            </a:r>
            <a:r>
              <a:rPr sz="1400" b="0" i="0" u="none">
                <a:solidFill>
                  <a:srgbClr val="000000"/>
                </a:solidFill>
                <a:latin typeface="Adwaita Mono"/>
                <a:ea typeface="Adwaita Mono"/>
                <a:cs typeface="Adwaita Mono"/>
              </a:rPr>
              <a:t>detección </a:t>
            </a:r>
            <a:r>
              <a:rPr sz="1400" b="0" i="0" u="none">
                <a:solidFill>
                  <a:srgbClr val="000000"/>
                </a:solidFill>
                <a:latin typeface="Adwaita Mono"/>
                <a:ea typeface="Adwaita Mono"/>
                <a:cs typeface="Adwaita Mono"/>
              </a:rPr>
              <a:t>de </a:t>
            </a:r>
            <a:r>
              <a:rPr sz="1400" b="0" i="0" u="none">
                <a:solidFill>
                  <a:srgbClr val="000000"/>
                </a:solidFill>
                <a:latin typeface="Adwaita Mono"/>
                <a:ea typeface="Adwaita Mono"/>
                <a:cs typeface="Adwaita Mono"/>
              </a:rPr>
              <a:t>objetos </a:t>
            </a:r>
            <a:r>
              <a:rPr sz="1400" b="0" i="0" u="none">
                <a:solidFill>
                  <a:srgbClr val="000000"/>
                </a:solidFill>
                <a:latin typeface="Adwaita Mono"/>
                <a:ea typeface="Adwaita Mono"/>
                <a:cs typeface="Adwaita Mono"/>
              </a:rPr>
              <a:t>localiza </a:t>
            </a:r>
            <a:r>
              <a:rPr sz="1400" b="0" i="0" u="none">
                <a:solidFill>
                  <a:srgbClr val="000000"/>
                </a:solidFill>
                <a:latin typeface="Adwaita Mono"/>
                <a:ea typeface="Adwaita Mono"/>
                <a:cs typeface="Adwaita Mono"/>
              </a:rPr>
              <a:t>un </a:t>
            </a:r>
            <a:r>
              <a:rPr sz="1400" b="0" i="0" u="none">
                <a:solidFill>
                  <a:srgbClr val="000000"/>
                </a:solidFill>
                <a:latin typeface="Adwaita Mono"/>
                <a:ea typeface="Adwaita Mono"/>
                <a:cs typeface="Adwaita Mono"/>
              </a:rPr>
              <a:t>objeto </a:t>
            </a:r>
            <a:r>
              <a:rPr sz="1400" b="0" i="0" u="none">
                <a:solidFill>
                  <a:srgbClr val="000000"/>
                </a:solidFill>
                <a:latin typeface="Adwaita Mono"/>
                <a:ea typeface="Adwaita Mono"/>
                <a:cs typeface="Adwaita Mono"/>
              </a:rPr>
              <a:t>mediante </a:t>
            </a:r>
            <a:r>
              <a:rPr sz="1400" b="0" i="0" u="none">
                <a:solidFill>
                  <a:srgbClr val="000000"/>
                </a:solidFill>
                <a:latin typeface="Adwaita Mono"/>
                <a:ea typeface="Adwaita Mono"/>
                <a:cs typeface="Adwaita Mono"/>
              </a:rPr>
              <a:t>una </a:t>
            </a:r>
            <a:r>
              <a:rPr sz="1400" b="0" i="0" u="none">
                <a:solidFill>
                  <a:srgbClr val="000000"/>
                </a:solidFill>
                <a:latin typeface="Adwaita Mono"/>
                <a:ea typeface="Adwaita Mono"/>
                <a:cs typeface="Adwaita Mono"/>
              </a:rPr>
              <a:t>caja </a:t>
            </a:r>
            <a:r>
              <a:rPr sz="1400" b="0" i="0" u="none">
                <a:solidFill>
                  <a:srgbClr val="000000"/>
                </a:solidFill>
                <a:latin typeface="Adwaita Mono"/>
                <a:ea typeface="Adwaita Mono"/>
                <a:cs typeface="Adwaita Mono"/>
              </a:rPr>
              <a:t>delimitadora, </a:t>
            </a:r>
            <a:r>
              <a:rPr sz="1400" b="0" i="0" u="none">
                <a:solidFill>
                  <a:srgbClr val="000000"/>
                </a:solidFill>
                <a:latin typeface="Adwaita Mono"/>
                <a:ea typeface="Adwaita Mono"/>
                <a:cs typeface="Adwaita Mono"/>
              </a:rPr>
              <a:t>mientras </a:t>
            </a:r>
            <a:r>
              <a:rPr sz="1400" b="0" i="0" u="none">
                <a:solidFill>
                  <a:srgbClr val="000000"/>
                </a:solidFill>
                <a:latin typeface="Adwaita Mono"/>
                <a:ea typeface="Adwaita Mono"/>
                <a:cs typeface="Adwaita Mono"/>
              </a:rPr>
              <a:t>que </a:t>
            </a:r>
            <a:r>
              <a:rPr sz="1400" b="0" i="0" u="none">
                <a:solidFill>
                  <a:srgbClr val="000000"/>
                </a:solidFill>
                <a:latin typeface="Adwaita Mono"/>
                <a:ea typeface="Adwaita Mono"/>
                <a:cs typeface="Adwaita Mono"/>
              </a:rPr>
              <a:t>la </a:t>
            </a:r>
            <a:r>
              <a:rPr sz="1400" b="0" i="0" u="none">
                <a:solidFill>
                  <a:srgbClr val="000000"/>
                </a:solidFill>
                <a:latin typeface="Adwaita Mono"/>
                <a:ea typeface="Adwaita Mono"/>
                <a:cs typeface="Adwaita Mono"/>
              </a:rPr>
              <a:t>segmentación </a:t>
            </a:r>
            <a:r>
              <a:rPr sz="1400" b="0" i="0" u="none">
                <a:solidFill>
                  <a:srgbClr val="000000"/>
                </a:solidFill>
                <a:latin typeface="Adwaita Mono"/>
                <a:ea typeface="Adwaita Mono"/>
                <a:cs typeface="Adwaita Mono"/>
              </a:rPr>
              <a:t>semántica </a:t>
            </a:r>
            <a:r>
              <a:rPr sz="1400" b="0" i="0" u="none">
                <a:solidFill>
                  <a:srgbClr val="000000"/>
                </a:solidFill>
                <a:latin typeface="Adwaita Mono"/>
                <a:ea typeface="Adwaita Mono"/>
                <a:cs typeface="Adwaita Mono"/>
              </a:rPr>
              <a:t>predice </a:t>
            </a:r>
            <a:r>
              <a:rPr sz="1400" b="0" i="0" u="none">
                <a:solidFill>
                  <a:srgbClr val="000000"/>
                </a:solidFill>
                <a:latin typeface="Adwaita Mono"/>
                <a:ea typeface="Adwaita Mono"/>
                <a:cs typeface="Adwaita Mono"/>
              </a:rPr>
              <a:t>una </a:t>
            </a:r>
            <a:r>
              <a:rPr sz="1400" b="0" i="0" u="none">
                <a:solidFill>
                  <a:srgbClr val="000000"/>
                </a:solidFill>
                <a:latin typeface="Adwaita Mono"/>
                <a:ea typeface="Adwaita Mono"/>
                <a:cs typeface="Adwaita Mono"/>
              </a:rPr>
              <a:t>categoría </a:t>
            </a:r>
            <a:r>
              <a:rPr sz="1400" b="0" i="0" u="none">
                <a:solidFill>
                  <a:srgbClr val="000000"/>
                </a:solidFill>
                <a:latin typeface="Adwaita Mono"/>
                <a:ea typeface="Adwaita Mono"/>
                <a:cs typeface="Adwaita Mono"/>
              </a:rPr>
              <a:t>para </a:t>
            </a:r>
            <a:r>
              <a:rPr sz="1400" b="0" i="0" u="none">
                <a:solidFill>
                  <a:srgbClr val="000000"/>
                </a:solidFill>
                <a:latin typeface="Adwaita Mono"/>
                <a:ea typeface="Adwaita Mono"/>
                <a:cs typeface="Adwaita Mono"/>
              </a:rPr>
              <a:t>cada </a:t>
            </a:r>
            <a:r>
              <a:rPr sz="1400" b="0" i="0" u="none">
                <a:solidFill>
                  <a:srgbClr val="000000"/>
                </a:solidFill>
                <a:latin typeface="Adwaita Mono"/>
                <a:ea typeface="Adwaita Mono"/>
                <a:cs typeface="Adwaita Mono"/>
              </a:rPr>
              <a:t>píxel. </a:t>
            </a:r>
            <a:r>
              <a:rPr sz="1400" b="0" i="0" u="none">
                <a:solidFill>
                  <a:srgbClr val="000000"/>
                </a:solidFill>
                <a:latin typeface="Adwaita Mono"/>
                <a:ea typeface="Adwaita Mono"/>
                <a:cs typeface="Adwaita Mono"/>
              </a:rPr>
              <a:t>U-Net </a:t>
            </a:r>
            <a:r>
              <a:rPr sz="1400" b="0" i="0" u="none">
                <a:solidFill>
                  <a:srgbClr val="000000"/>
                </a:solidFill>
                <a:latin typeface="Adwaita Mono"/>
                <a:ea typeface="Adwaita Mono"/>
                <a:cs typeface="Adwaita Mono"/>
              </a:rPr>
              <a:t>resulta </a:t>
            </a:r>
            <a:r>
              <a:rPr sz="1400" b="0" i="0" u="none">
                <a:solidFill>
                  <a:srgbClr val="000000"/>
                </a:solidFill>
                <a:latin typeface="Adwaita Mono"/>
                <a:ea typeface="Adwaita Mono"/>
                <a:cs typeface="Adwaita Mono"/>
              </a:rPr>
              <a:t>pertinente </a:t>
            </a:r>
            <a:r>
              <a:rPr sz="1400" b="0" i="0" u="none">
                <a:solidFill>
                  <a:srgbClr val="000000"/>
                </a:solidFill>
                <a:latin typeface="Adwaita Mono"/>
                <a:ea typeface="Adwaita Mono"/>
                <a:cs typeface="Adwaita Mono"/>
              </a:rPr>
              <a:t>para </a:t>
            </a:r>
            <a:r>
              <a:rPr sz="1400" b="0" i="0" u="none">
                <a:solidFill>
                  <a:srgbClr val="000000"/>
                </a:solidFill>
                <a:latin typeface="Adwaita Mono"/>
                <a:ea typeface="Adwaita Mono"/>
                <a:cs typeface="Adwaita Mono"/>
              </a:rPr>
              <a:t>esta </a:t>
            </a:r>
            <a:r>
              <a:rPr sz="1400" b="0" i="0" u="none">
                <a:solidFill>
                  <a:srgbClr val="000000"/>
                </a:solidFill>
                <a:latin typeface="Adwaita Mono"/>
                <a:ea typeface="Adwaita Mono"/>
                <a:cs typeface="Adwaita Mono"/>
              </a:rPr>
              <a:t>segunda </a:t>
            </a:r>
            <a:r>
              <a:rPr sz="1400" b="0" i="0" u="none">
                <a:solidFill>
                  <a:srgbClr val="000000"/>
                </a:solidFill>
                <a:latin typeface="Adwaita Mono"/>
                <a:ea typeface="Adwaita Mono"/>
                <a:cs typeface="Adwaita Mono"/>
              </a:rPr>
              <a:t>tarea </a:t>
            </a:r>
            <a:r>
              <a:rPr sz="1400" b="0" i="0" u="none">
                <a:solidFill>
                  <a:srgbClr val="000000"/>
                </a:solidFill>
                <a:latin typeface="Adwaita Mono"/>
                <a:ea typeface="Adwaita Mono"/>
                <a:cs typeface="Adwaita Mono"/>
              </a:rPr>
              <a:t>por </a:t>
            </a:r>
            <a:r>
              <a:rPr sz="1400" b="0" i="0" u="none">
                <a:solidFill>
                  <a:srgbClr val="000000"/>
                </a:solidFill>
                <a:latin typeface="Adwaita Mono"/>
                <a:ea typeface="Adwaita Mono"/>
                <a:cs typeface="Adwaita Mono"/>
              </a:rPr>
              <a:t>su </a:t>
            </a:r>
            <a:r>
              <a:rPr sz="1400" b="0" i="0" u="none">
                <a:solidFill>
                  <a:srgbClr val="000000"/>
                </a:solidFill>
                <a:latin typeface="Adwaita Mono"/>
                <a:ea typeface="Adwaita Mono"/>
                <a:cs typeface="Adwaita Mono"/>
              </a:rPr>
              <a:t>estructura </a:t>
            </a:r>
            <a:r>
              <a:rPr sz="1400" b="0" i="0" u="none">
                <a:solidFill>
                  <a:srgbClr val="000000"/>
                </a:solidFill>
                <a:latin typeface="Adwaita Mono"/>
                <a:ea typeface="Adwaita Mono"/>
                <a:cs typeface="Adwaita Mono"/>
              </a:rPr>
              <a:t>de </a:t>
            </a:r>
            <a:r>
              <a:rPr sz="1400" b="0" i="0" u="none">
                <a:solidFill>
                  <a:srgbClr val="000000"/>
                </a:solidFill>
                <a:latin typeface="Adwaita Mono"/>
                <a:ea typeface="Adwaita Mono"/>
                <a:cs typeface="Adwaita Mono"/>
              </a:rPr>
              <a:t>contracción </a:t>
            </a:r>
            <a:r>
              <a:rPr sz="1400" b="0" i="0" u="none">
                <a:solidFill>
                  <a:srgbClr val="000000"/>
                </a:solidFill>
                <a:latin typeface="Adwaita Mono"/>
                <a:ea typeface="Adwaita Mono"/>
                <a:cs typeface="Adwaita Mono"/>
              </a:rPr>
              <a:t>y </a:t>
            </a:r>
            <a:r>
              <a:rPr sz="1400" b="0" i="0" u="none">
                <a:solidFill>
                  <a:srgbClr val="000000"/>
                </a:solidFill>
                <a:latin typeface="Adwaita Mono"/>
                <a:ea typeface="Adwaita Mono"/>
                <a:cs typeface="Adwaita Mono"/>
              </a:rPr>
              <a:t>expansión </a:t>
            </a:r>
            <a:r>
              <a:rPr sz="1400" b="0" i="0" u="none">
                <a:solidFill>
                  <a:srgbClr val="000000"/>
                </a:solidFill>
                <a:latin typeface="Adwaita Mono"/>
                <a:ea typeface="Adwaita Mono"/>
                <a:cs typeface="Adwaita Mono"/>
              </a:rPr>
              <a:t>y </a:t>
            </a:r>
            <a:r>
              <a:rPr sz="1400" b="0" i="0" u="none">
                <a:solidFill>
                  <a:srgbClr val="000000"/>
                </a:solidFill>
                <a:latin typeface="Adwaita Mono"/>
                <a:ea typeface="Adwaita Mono"/>
                <a:cs typeface="Adwaita Mono"/>
              </a:rPr>
              <a:t>sus </a:t>
            </a:r>
            <a:r>
              <a:rPr sz="1400" b="0" i="0" u="none">
                <a:solidFill>
                  <a:srgbClr val="000000"/>
                </a:solidFill>
                <a:latin typeface="Adwaita Mono"/>
                <a:ea typeface="Adwaita Mono"/>
                <a:cs typeface="Adwaita Mono"/>
              </a:rPr>
              <a:t>conexiones </a:t>
            </a:r>
            <a:r>
              <a:rPr sz="1400" b="0" i="0" u="none">
                <a:solidFill>
                  <a:srgbClr val="000000"/>
                </a:solidFill>
                <a:latin typeface="Adwaita Mono"/>
                <a:ea typeface="Adwaita Mono"/>
                <a:cs typeface="Adwaita Mono"/>
              </a:rPr>
              <a:t>entre </a:t>
            </a:r>
            <a:r>
              <a:rPr sz="1400" b="0" i="0" u="none">
                <a:solidFill>
                  <a:srgbClr val="000000"/>
                </a:solidFill>
                <a:latin typeface="Adwaita Mono"/>
                <a:ea typeface="Adwaita Mono"/>
                <a:cs typeface="Adwaita Mono"/>
              </a:rPr>
              <a:t>etapas.</a:t>
            </a:r>
            <a:endParaRPr>
              <a:latin typeface="Adwaita Mono"/>
              <a:cs typeface="Adwaita Mono"/>
            </a:endParaRPr>
          </a:p>
        </p:txBody>
      </p:sp>
      <p:sp>
        <p:nvSpPr>
          <p:cNvPr id="1031049161" name=""/>
          <p:cNvSpPr txBox="1"/>
          <p:nvPr/>
        </p:nvSpPr>
        <p:spPr bwMode="auto">
          <a:xfrm rot="0" flipH="0" flipV="0">
            <a:off x="838198" y="6383928"/>
            <a:ext cx="4347418" cy="25943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1100" i="1"/>
              <a:t>figura 1.  EL proyecto realizado es de tipo segmentación semántica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64445269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b="1">
                <a:latin typeface="Adwaita Sans"/>
                <a:ea typeface="Adwaita Sans"/>
                <a:cs typeface="Adwaita Sans"/>
              </a:rPr>
              <a:t>2.1 Contexto: Visión por computadora </a:t>
            </a:r>
            <a:endParaRPr/>
          </a:p>
        </p:txBody>
      </p:sp>
      <p:sp>
        <p:nvSpPr>
          <p:cNvPr id="1014710595" name="Content Placeholder 2"/>
          <p:cNvSpPr>
            <a:spLocks noGrp="1"/>
          </p:cNvSpPr>
          <p:nvPr>
            <p:ph idx="1"/>
          </p:nvPr>
        </p:nvSpPr>
        <p:spPr bwMode="auto"/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/>
          </a:bodyPr>
          <a:lstStyle/>
          <a:p>
            <a:pPr marL="0" indent="0" algn="just">
              <a:buFont typeface="Arial"/>
              <a:buNone/>
              <a:defRPr/>
            </a:pPr>
            <a:r>
              <a:rPr lang="es-ES" sz="1600" b="0" i="0" u="none" strike="noStrike" cap="none" spc="0">
                <a:solidFill>
                  <a:srgbClr val="000000"/>
                </a:solidFill>
                <a:latin typeface="Adwaita Mono"/>
                <a:ea typeface="Adwaita Mono"/>
                <a:cs typeface="Adwaita Mono"/>
              </a:rPr>
              <a:t>La </a:t>
            </a:r>
            <a:r>
              <a:rPr lang="es-ES" sz="1600" b="0" i="0" u="none" strike="noStrike" cap="none" spc="0">
                <a:solidFill>
                  <a:srgbClr val="000000"/>
                </a:solidFill>
                <a:latin typeface="Adwaita Mono"/>
                <a:ea typeface="Adwaita Mono"/>
                <a:cs typeface="Adwaita Mono"/>
              </a:rPr>
              <a:t>visión </a:t>
            </a:r>
            <a:r>
              <a:rPr lang="es-ES" sz="1600" b="0" i="0" u="none" strike="noStrike" cap="none" spc="0">
                <a:solidFill>
                  <a:srgbClr val="000000"/>
                </a:solidFill>
                <a:latin typeface="Adwaita Mono"/>
                <a:ea typeface="Adwaita Mono"/>
                <a:cs typeface="Adwaita Mono"/>
              </a:rPr>
              <a:t>por </a:t>
            </a:r>
            <a:r>
              <a:rPr lang="es-ES" sz="1600" b="0" i="0" u="none" strike="noStrike" cap="none" spc="0">
                <a:solidFill>
                  <a:srgbClr val="000000"/>
                </a:solidFill>
                <a:latin typeface="Adwaita Mono"/>
                <a:ea typeface="Adwaita Mono"/>
                <a:cs typeface="Adwaita Mono"/>
              </a:rPr>
              <a:t>computadora </a:t>
            </a:r>
            <a:r>
              <a:rPr lang="es-ES" sz="1600" b="0" i="0" u="none" strike="noStrike" cap="none" spc="0">
                <a:solidFill>
                  <a:srgbClr val="000000"/>
                </a:solidFill>
                <a:latin typeface="Adwaita Mono"/>
                <a:ea typeface="Adwaita Mono"/>
                <a:cs typeface="Adwaita Mono"/>
              </a:rPr>
              <a:t>estudia </a:t>
            </a:r>
            <a:r>
              <a:rPr lang="es-ES" sz="1600" b="0" i="0" u="none" strike="noStrike" cap="none" spc="0">
                <a:solidFill>
                  <a:srgbClr val="000000"/>
                </a:solidFill>
                <a:latin typeface="Adwaita Mono"/>
                <a:ea typeface="Adwaita Mono"/>
                <a:cs typeface="Adwaita Mono"/>
              </a:rPr>
              <a:t>métodos </a:t>
            </a:r>
            <a:r>
              <a:rPr lang="es-ES" sz="1600" b="0" i="0" u="none" strike="noStrike" cap="none" spc="0">
                <a:solidFill>
                  <a:srgbClr val="000000"/>
                </a:solidFill>
                <a:latin typeface="Adwaita Mono"/>
                <a:ea typeface="Adwaita Mono"/>
                <a:cs typeface="Adwaita Mono"/>
              </a:rPr>
              <a:t>que </a:t>
            </a:r>
            <a:r>
              <a:rPr lang="es-ES" sz="1600" b="0" i="0" u="none" strike="noStrike" cap="none" spc="0">
                <a:solidFill>
                  <a:srgbClr val="000000"/>
                </a:solidFill>
                <a:latin typeface="Adwaita Mono"/>
                <a:ea typeface="Adwaita Mono"/>
                <a:cs typeface="Adwaita Mono"/>
              </a:rPr>
              <a:t>permiten </a:t>
            </a:r>
            <a:r>
              <a:rPr lang="es-ES" sz="1600" b="0" i="0" u="none" strike="noStrike" cap="none" spc="0">
                <a:solidFill>
                  <a:srgbClr val="000000"/>
                </a:solidFill>
                <a:latin typeface="Adwaita Mono"/>
                <a:ea typeface="Adwaita Mono"/>
                <a:cs typeface="Adwaita Mono"/>
              </a:rPr>
              <a:t>a </a:t>
            </a:r>
            <a:r>
              <a:rPr lang="es-ES" sz="1600" b="0" i="0" u="none" strike="noStrike" cap="none" spc="0">
                <a:solidFill>
                  <a:srgbClr val="000000"/>
                </a:solidFill>
                <a:latin typeface="Adwaita Mono"/>
                <a:ea typeface="Adwaita Mono"/>
                <a:cs typeface="Adwaita Mono"/>
              </a:rPr>
              <a:t>los </a:t>
            </a:r>
            <a:r>
              <a:rPr lang="es-ES" sz="1600" b="0" i="0" u="none" strike="noStrike" cap="none" spc="0">
                <a:solidFill>
                  <a:srgbClr val="000000"/>
                </a:solidFill>
                <a:latin typeface="Adwaita Mono"/>
                <a:ea typeface="Adwaita Mono"/>
                <a:cs typeface="Adwaita Mono"/>
              </a:rPr>
              <a:t>sistemas </a:t>
            </a:r>
            <a:r>
              <a:rPr lang="es-ES" sz="1600" b="0" i="0" u="none" strike="noStrike" cap="none" spc="0">
                <a:solidFill>
                  <a:srgbClr val="000000"/>
                </a:solidFill>
                <a:latin typeface="Adwaita Mono"/>
                <a:ea typeface="Adwaita Mono"/>
                <a:cs typeface="Adwaita Mono"/>
              </a:rPr>
              <a:t>informáticos </a:t>
            </a:r>
            <a:r>
              <a:rPr lang="es-ES" sz="1600" b="0" i="0" u="none" strike="noStrike" cap="none" spc="0">
                <a:solidFill>
                  <a:srgbClr val="000000"/>
                </a:solidFill>
                <a:latin typeface="Adwaita Mono"/>
                <a:ea typeface="Adwaita Mono"/>
                <a:cs typeface="Adwaita Mono"/>
              </a:rPr>
              <a:t>extraer </a:t>
            </a:r>
            <a:r>
              <a:rPr lang="es-ES" sz="1600" b="0" i="0" u="none" strike="noStrike" cap="none" spc="0">
                <a:solidFill>
                  <a:srgbClr val="000000"/>
                </a:solidFill>
                <a:latin typeface="Adwaita Mono"/>
                <a:ea typeface="Adwaita Mono"/>
                <a:cs typeface="Adwaita Mono"/>
              </a:rPr>
              <a:t>información </a:t>
            </a:r>
            <a:r>
              <a:rPr lang="es-ES" sz="1600" b="0" i="0" u="none" strike="noStrike" cap="none" spc="0">
                <a:solidFill>
                  <a:srgbClr val="000000"/>
                </a:solidFill>
                <a:latin typeface="Adwaita Mono"/>
                <a:ea typeface="Adwaita Mono"/>
                <a:cs typeface="Adwaita Mono"/>
              </a:rPr>
              <a:t>de </a:t>
            </a:r>
            <a:r>
              <a:rPr lang="es-ES" sz="1600" b="0" i="0" u="none" strike="noStrike" cap="none" spc="0">
                <a:solidFill>
                  <a:srgbClr val="000000"/>
                </a:solidFill>
                <a:latin typeface="Adwaita Mono"/>
                <a:ea typeface="Adwaita Mono"/>
                <a:cs typeface="Adwaita Mono"/>
              </a:rPr>
              <a:t>imágenes </a:t>
            </a:r>
            <a:r>
              <a:rPr lang="es-ES" sz="1600" b="0" i="0" u="none" strike="noStrike" cap="none" spc="0">
                <a:solidFill>
                  <a:srgbClr val="000000"/>
                </a:solidFill>
                <a:latin typeface="Adwaita Mono"/>
                <a:ea typeface="Adwaita Mono"/>
                <a:cs typeface="Adwaita Mono"/>
              </a:rPr>
              <a:t>y </a:t>
            </a:r>
            <a:r>
              <a:rPr lang="es-ES" sz="1600" b="0" i="0" u="none" strike="noStrike" cap="none" spc="0">
                <a:solidFill>
                  <a:srgbClr val="000000"/>
                </a:solidFill>
                <a:latin typeface="Adwaita Mono"/>
                <a:ea typeface="Adwaita Mono"/>
                <a:cs typeface="Adwaita Mono"/>
              </a:rPr>
              <a:t>vídeos. </a:t>
            </a:r>
            <a:r>
              <a:rPr lang="es-ES" sz="1600" b="0" i="0" u="none" strike="noStrike" cap="none" spc="0">
                <a:solidFill>
                  <a:srgbClr val="000000"/>
                </a:solidFill>
                <a:latin typeface="Adwaita Mono"/>
                <a:ea typeface="Adwaita Mono"/>
                <a:cs typeface="Adwaita Mono"/>
              </a:rPr>
              <a:t>Una </a:t>
            </a:r>
            <a:r>
              <a:rPr lang="es-ES" sz="1600" b="0" i="0" u="none" strike="noStrike" cap="none" spc="0">
                <a:solidFill>
                  <a:srgbClr val="000000"/>
                </a:solidFill>
                <a:latin typeface="Adwaita Mono"/>
                <a:ea typeface="Adwaita Mono"/>
                <a:cs typeface="Adwaita Mono"/>
              </a:rPr>
              <a:t>de </a:t>
            </a:r>
            <a:r>
              <a:rPr lang="es-ES" sz="1600" b="0" i="0" u="none" strike="noStrike" cap="none" spc="0">
                <a:solidFill>
                  <a:srgbClr val="000000"/>
                </a:solidFill>
                <a:latin typeface="Adwaita Mono"/>
                <a:ea typeface="Adwaita Mono"/>
                <a:cs typeface="Adwaita Mono"/>
              </a:rPr>
              <a:t>sus </a:t>
            </a:r>
            <a:r>
              <a:rPr lang="es-ES" sz="1600" b="0" i="0" u="none" strike="noStrike" cap="none" spc="0">
                <a:solidFill>
                  <a:srgbClr val="000000"/>
                </a:solidFill>
                <a:latin typeface="Adwaita Mono"/>
                <a:ea typeface="Adwaita Mono"/>
                <a:cs typeface="Adwaita Mono"/>
              </a:rPr>
              <a:t>tareas </a:t>
            </a:r>
            <a:r>
              <a:rPr lang="es-ES" sz="1600" b="0" i="0" u="none" strike="noStrike" cap="none" spc="0">
                <a:solidFill>
                  <a:srgbClr val="000000"/>
                </a:solidFill>
                <a:latin typeface="Adwaita Mono"/>
                <a:ea typeface="Adwaita Mono"/>
                <a:cs typeface="Adwaita Mono"/>
              </a:rPr>
              <a:t>es </a:t>
            </a:r>
            <a:r>
              <a:rPr lang="es-ES" sz="1600" b="0" i="0" u="none" strike="noStrike" cap="none" spc="0">
                <a:solidFill>
                  <a:srgbClr val="000000"/>
                </a:solidFill>
                <a:latin typeface="Adwaita Mono"/>
                <a:ea typeface="Adwaita Mono"/>
                <a:cs typeface="Adwaita Mono"/>
              </a:rPr>
              <a:t>la </a:t>
            </a:r>
            <a:r>
              <a:rPr lang="es-ES" sz="1600" b="0" i="0" u="none" strike="noStrike" cap="none" spc="0">
                <a:solidFill>
                  <a:srgbClr val="000000"/>
                </a:solidFill>
                <a:latin typeface="Adwaita Mono"/>
                <a:ea typeface="Adwaita Mono"/>
                <a:cs typeface="Adwaita Mono"/>
              </a:rPr>
              <a:t>segmentación </a:t>
            </a:r>
            <a:r>
              <a:rPr lang="es-ES" sz="1600" b="0" i="0" u="none" strike="noStrike" cap="none" spc="0">
                <a:solidFill>
                  <a:srgbClr val="000000"/>
                </a:solidFill>
                <a:latin typeface="Adwaita Mono"/>
                <a:ea typeface="Adwaita Mono"/>
                <a:cs typeface="Adwaita Mono"/>
              </a:rPr>
              <a:t>semántica, </a:t>
            </a:r>
            <a:r>
              <a:rPr lang="es-ES" sz="1600" b="0" i="0" u="none" strike="noStrike" cap="none" spc="0">
                <a:solidFill>
                  <a:srgbClr val="000000"/>
                </a:solidFill>
                <a:latin typeface="Adwaita Mono"/>
                <a:ea typeface="Adwaita Mono"/>
                <a:cs typeface="Adwaita Mono"/>
              </a:rPr>
              <a:t>que </a:t>
            </a:r>
            <a:r>
              <a:rPr lang="es-ES" sz="1600" b="0" i="0" u="none" strike="noStrike" cap="none" spc="0">
                <a:solidFill>
                  <a:srgbClr val="000000"/>
                </a:solidFill>
                <a:latin typeface="Adwaita Mono"/>
                <a:ea typeface="Adwaita Mono"/>
                <a:cs typeface="Adwaita Mono"/>
              </a:rPr>
              <a:t>asigna </a:t>
            </a:r>
            <a:r>
              <a:rPr lang="es-ES" sz="1600" b="0" i="0" u="none" strike="noStrike" cap="none" spc="0">
                <a:solidFill>
                  <a:srgbClr val="000000"/>
                </a:solidFill>
                <a:latin typeface="Adwaita Mono"/>
                <a:ea typeface="Adwaita Mono"/>
                <a:cs typeface="Adwaita Mono"/>
              </a:rPr>
              <a:t>una </a:t>
            </a:r>
            <a:r>
              <a:rPr lang="es-ES" sz="1600" b="0" i="0" u="none" strike="noStrike" cap="none" spc="0">
                <a:solidFill>
                  <a:srgbClr val="000000"/>
                </a:solidFill>
                <a:latin typeface="Adwaita Mono"/>
                <a:ea typeface="Adwaita Mono"/>
                <a:cs typeface="Adwaita Mono"/>
              </a:rPr>
              <a:t>categoría </a:t>
            </a:r>
            <a:r>
              <a:rPr lang="es-ES" sz="1600" b="0" i="0" u="none" strike="noStrike" cap="none" spc="0">
                <a:solidFill>
                  <a:srgbClr val="000000"/>
                </a:solidFill>
                <a:latin typeface="Adwaita Mono"/>
                <a:ea typeface="Adwaita Mono"/>
                <a:cs typeface="Adwaita Mono"/>
              </a:rPr>
              <a:t>a </a:t>
            </a:r>
            <a:r>
              <a:rPr lang="es-ES" sz="1600" b="0" i="0" u="none" strike="noStrike" cap="none" spc="0">
                <a:solidFill>
                  <a:srgbClr val="000000"/>
                </a:solidFill>
                <a:latin typeface="Adwaita Mono"/>
                <a:ea typeface="Adwaita Mono"/>
                <a:cs typeface="Adwaita Mono"/>
              </a:rPr>
              <a:t>cada </a:t>
            </a:r>
            <a:r>
              <a:rPr lang="es-ES" sz="1600" b="0" i="0" u="none" strike="noStrike" cap="none" spc="0">
                <a:solidFill>
                  <a:srgbClr val="000000"/>
                </a:solidFill>
                <a:latin typeface="Adwaita Mono"/>
                <a:ea typeface="Adwaita Mono"/>
                <a:cs typeface="Adwaita Mono"/>
              </a:rPr>
              <a:t>píxel </a:t>
            </a:r>
            <a:r>
              <a:rPr lang="es-ES" sz="1600" b="0" i="0" u="none" strike="noStrike" cap="none" spc="0">
                <a:solidFill>
                  <a:srgbClr val="000000"/>
                </a:solidFill>
                <a:latin typeface="Adwaita Mono"/>
                <a:ea typeface="Adwaita Mono"/>
                <a:cs typeface="Adwaita Mono"/>
              </a:rPr>
              <a:t>de </a:t>
            </a:r>
            <a:r>
              <a:rPr lang="es-ES" sz="1600" b="0" i="0" u="none" strike="noStrike" cap="none" spc="0">
                <a:solidFill>
                  <a:srgbClr val="000000"/>
                </a:solidFill>
                <a:latin typeface="Adwaita Mono"/>
                <a:ea typeface="Adwaita Mono"/>
                <a:cs typeface="Adwaita Mono"/>
              </a:rPr>
              <a:t>una </a:t>
            </a:r>
            <a:r>
              <a:rPr lang="es-ES" sz="1600" b="0" i="0" u="none" strike="noStrike" cap="none" spc="0">
                <a:solidFill>
                  <a:srgbClr val="000000"/>
                </a:solidFill>
                <a:latin typeface="Adwaita Mono"/>
                <a:ea typeface="Adwaita Mono"/>
                <a:cs typeface="Adwaita Mono"/>
              </a:rPr>
              <a:t>imagen.</a:t>
            </a:r>
            <a:endParaRPr sz="1800">
              <a:latin typeface="Adwaita Mono"/>
              <a:cs typeface="Adwaita Mono"/>
            </a:endParaRPr>
          </a:p>
          <a:p>
            <a:pPr marL="0" indent="0" algn="just">
              <a:buFont typeface="Arial"/>
              <a:buNone/>
              <a:defRPr/>
            </a:pPr>
            <a:r>
              <a:rPr lang="es-ES" sz="1600" b="0" i="0" u="none" strike="noStrike" cap="none" spc="0">
                <a:solidFill>
                  <a:srgbClr val="000000"/>
                </a:solidFill>
                <a:latin typeface="Adwaita Mono"/>
                <a:ea typeface="Adwaita Mono"/>
                <a:cs typeface="Adwaita Mono"/>
              </a:rPr>
              <a:t>En </a:t>
            </a:r>
            <a:r>
              <a:rPr lang="es-ES" sz="1600" b="0" i="0" u="none" strike="noStrike" cap="none" spc="0">
                <a:solidFill>
                  <a:srgbClr val="000000"/>
                </a:solidFill>
                <a:latin typeface="Adwaita Mono"/>
                <a:ea typeface="Adwaita Mono"/>
                <a:cs typeface="Adwaita Mono"/>
              </a:rPr>
              <a:t>este </a:t>
            </a:r>
            <a:r>
              <a:rPr lang="es-ES" sz="1600" b="0" i="0" u="none" strike="noStrike" cap="none" spc="0">
                <a:solidFill>
                  <a:srgbClr val="000000"/>
                </a:solidFill>
                <a:latin typeface="Adwaita Mono"/>
                <a:ea typeface="Adwaita Mono"/>
                <a:cs typeface="Adwaita Mono"/>
              </a:rPr>
              <a:t>proyecto </a:t>
            </a:r>
            <a:r>
              <a:rPr lang="es-ES" sz="1600" b="0" i="0" u="none" strike="noStrike" cap="none" spc="0">
                <a:solidFill>
                  <a:srgbClr val="000000"/>
                </a:solidFill>
                <a:latin typeface="Adwaita Mono"/>
                <a:ea typeface="Adwaita Mono"/>
                <a:cs typeface="Adwaita Mono"/>
              </a:rPr>
              <a:t>se </a:t>
            </a:r>
            <a:r>
              <a:rPr lang="es-ES" sz="1600" b="0" i="0" u="none" strike="noStrike" cap="none" spc="0">
                <a:solidFill>
                  <a:srgbClr val="000000"/>
                </a:solidFill>
                <a:latin typeface="Adwaita Mono"/>
                <a:ea typeface="Adwaita Mono"/>
                <a:cs typeface="Adwaita Mono"/>
              </a:rPr>
              <a:t>utiliza </a:t>
            </a:r>
            <a:r>
              <a:rPr lang="es-ES" sz="1600" b="0" i="0" u="none" strike="noStrike" cap="none" spc="0">
                <a:solidFill>
                  <a:srgbClr val="000000"/>
                </a:solidFill>
                <a:latin typeface="Adwaita Mono"/>
                <a:ea typeface="Adwaita Mono"/>
                <a:cs typeface="Adwaita Mono"/>
              </a:rPr>
              <a:t>una </a:t>
            </a:r>
            <a:r>
              <a:rPr lang="es-ES" sz="1600" b="0" i="0" u="none" strike="noStrike" cap="none" spc="0">
                <a:solidFill>
                  <a:srgbClr val="000000"/>
                </a:solidFill>
                <a:latin typeface="Adwaita Mono"/>
                <a:ea typeface="Adwaita Mono"/>
                <a:cs typeface="Adwaita Mono"/>
              </a:rPr>
              <a:t>clasificación </a:t>
            </a:r>
            <a:r>
              <a:rPr lang="es-ES" sz="1600" b="0" i="0" u="none" strike="noStrike" cap="none" spc="0">
                <a:solidFill>
                  <a:srgbClr val="000000"/>
                </a:solidFill>
                <a:latin typeface="Adwaita Mono"/>
                <a:ea typeface="Adwaita Mono"/>
                <a:cs typeface="Adwaita Mono"/>
              </a:rPr>
              <a:t>binaria:</a:t>
            </a:r>
            <a:endParaRPr sz="1800">
              <a:latin typeface="Adwaita Mono"/>
              <a:cs typeface="Adwaita Mono"/>
            </a:endParaRPr>
          </a:p>
          <a:p>
            <a:pPr marL="0" indent="0" algn="just">
              <a:buFont typeface="Arial"/>
              <a:buNone/>
              <a:defRPr/>
            </a:pPr>
            <a:r>
              <a:rPr lang="es-ES" sz="1600" b="0" i="0" u="none" strike="noStrike" cap="none" spc="0">
                <a:solidFill>
                  <a:srgbClr val="000000"/>
                </a:solidFill>
                <a:latin typeface="Adwaita Mono"/>
                <a:ea typeface="Adwaita Mono"/>
                <a:cs typeface="Adwaita Mono"/>
              </a:rPr>
              <a:t>Clase </a:t>
            </a:r>
            <a:r>
              <a:rPr lang="es-ES" sz="1600" b="0" i="0" u="none" strike="noStrike" cap="none" spc="0">
                <a:solidFill>
                  <a:srgbClr val="000000"/>
                </a:solidFill>
                <a:latin typeface="Adwaita Mono"/>
                <a:ea typeface="Adwaita Mono"/>
                <a:cs typeface="Adwaita Mono"/>
              </a:rPr>
              <a:t>0: </a:t>
            </a:r>
            <a:r>
              <a:rPr lang="es-ES" sz="1600" b="0" i="0" u="none" strike="noStrike" cap="none" spc="0">
                <a:solidFill>
                  <a:srgbClr val="000000"/>
                </a:solidFill>
                <a:latin typeface="Adwaita Mono"/>
                <a:ea typeface="Adwaita Mono"/>
                <a:cs typeface="Adwaita Mono"/>
              </a:rPr>
              <a:t>fondo.</a:t>
            </a:r>
            <a:endParaRPr sz="1800">
              <a:latin typeface="Adwaita Mono"/>
              <a:cs typeface="Adwaita Mono"/>
            </a:endParaRPr>
          </a:p>
          <a:p>
            <a:pPr marL="0" indent="0" algn="just">
              <a:buFont typeface="Arial"/>
              <a:buNone/>
              <a:defRPr/>
            </a:pPr>
            <a:r>
              <a:rPr lang="es-ES" sz="1600" b="0" i="0" u="none" strike="noStrike" cap="none" spc="0">
                <a:solidFill>
                  <a:srgbClr val="000000"/>
                </a:solidFill>
                <a:latin typeface="Adwaita Mono"/>
                <a:ea typeface="Adwaita Mono"/>
                <a:cs typeface="Adwaita Mono"/>
              </a:rPr>
              <a:t>Clase </a:t>
            </a:r>
            <a:r>
              <a:rPr lang="es-ES" sz="1600" b="0" i="0" u="none" strike="noStrike" cap="none" spc="0">
                <a:solidFill>
                  <a:srgbClr val="000000"/>
                </a:solidFill>
                <a:latin typeface="Adwaita Mono"/>
                <a:ea typeface="Adwaita Mono"/>
                <a:cs typeface="Adwaita Mono"/>
              </a:rPr>
              <a:t>1: </a:t>
            </a:r>
            <a:r>
              <a:rPr lang="es-ES" sz="1600" b="0" i="0" u="none" strike="noStrike" cap="none" spc="0">
                <a:solidFill>
                  <a:srgbClr val="000000"/>
                </a:solidFill>
                <a:latin typeface="Adwaita Mono"/>
                <a:ea typeface="Adwaita Mono"/>
                <a:cs typeface="Adwaita Mono"/>
              </a:rPr>
              <a:t>coche.</a:t>
            </a:r>
            <a:endParaRPr sz="1800">
              <a:latin typeface="Adwaita Mono"/>
              <a:cs typeface="Adwaita Mono"/>
            </a:endParaRPr>
          </a:p>
          <a:p>
            <a:pPr marL="0" indent="0" algn="just">
              <a:buFont typeface="Arial"/>
              <a:buNone/>
              <a:defRPr/>
            </a:pPr>
            <a:r>
              <a:rPr lang="es-ES" sz="1600" b="0" i="0" u="none" strike="noStrike" cap="none" spc="0">
                <a:solidFill>
                  <a:srgbClr val="000000"/>
                </a:solidFill>
                <a:latin typeface="Adwaita Mono"/>
                <a:ea typeface="Adwaita Mono"/>
                <a:cs typeface="Adwaita Mono"/>
              </a:rPr>
              <a:t>Esto </a:t>
            </a:r>
            <a:r>
              <a:rPr lang="es-ES" sz="1600" b="0" i="0" u="none" strike="noStrike" cap="none" spc="0">
                <a:solidFill>
                  <a:srgbClr val="000000"/>
                </a:solidFill>
                <a:latin typeface="Adwaita Mono"/>
                <a:ea typeface="Adwaita Mono"/>
                <a:cs typeface="Adwaita Mono"/>
              </a:rPr>
              <a:t>permite </a:t>
            </a:r>
            <a:r>
              <a:rPr lang="es-ES" sz="1600" b="0" i="0" u="none" strike="noStrike" cap="none" spc="0">
                <a:solidFill>
                  <a:srgbClr val="000000"/>
                </a:solidFill>
                <a:latin typeface="Adwaita Mono"/>
                <a:ea typeface="Adwaita Mono"/>
                <a:cs typeface="Adwaita Mono"/>
              </a:rPr>
              <a:t>obtener </a:t>
            </a:r>
            <a:r>
              <a:rPr lang="es-ES" sz="1600" b="0" i="0" u="none" strike="noStrike" cap="none" spc="0">
                <a:solidFill>
                  <a:srgbClr val="000000"/>
                </a:solidFill>
                <a:latin typeface="Adwaita Mono"/>
                <a:ea typeface="Adwaita Mono"/>
                <a:cs typeface="Adwaita Mono"/>
              </a:rPr>
              <a:t>una </a:t>
            </a:r>
            <a:r>
              <a:rPr lang="es-ES" sz="1600" b="0" i="0" u="none" strike="noStrike" cap="none" spc="0">
                <a:solidFill>
                  <a:srgbClr val="000000"/>
                </a:solidFill>
                <a:latin typeface="Adwaita Mono"/>
                <a:ea typeface="Adwaita Mono"/>
                <a:cs typeface="Adwaita Mono"/>
              </a:rPr>
              <a:t>máscara </a:t>
            </a:r>
            <a:r>
              <a:rPr lang="es-ES" sz="1600" b="0" i="0" u="none" strike="noStrike" cap="none" spc="0">
                <a:solidFill>
                  <a:srgbClr val="000000"/>
                </a:solidFill>
                <a:latin typeface="Adwaita Mono"/>
                <a:ea typeface="Adwaita Mono"/>
                <a:cs typeface="Adwaita Mono"/>
              </a:rPr>
              <a:t>que </a:t>
            </a:r>
            <a:r>
              <a:rPr lang="es-ES" sz="1600" b="0" i="0" u="none" strike="noStrike" cap="none" spc="0">
                <a:solidFill>
                  <a:srgbClr val="000000"/>
                </a:solidFill>
                <a:latin typeface="Adwaita Mono"/>
                <a:ea typeface="Adwaita Mono"/>
                <a:cs typeface="Adwaita Mono"/>
              </a:rPr>
              <a:t>delimita </a:t>
            </a:r>
            <a:r>
              <a:rPr lang="es-ES" sz="1600" b="0" i="0" u="none" strike="noStrike" cap="none" spc="0">
                <a:solidFill>
                  <a:srgbClr val="000000"/>
                </a:solidFill>
                <a:latin typeface="Adwaita Mono"/>
                <a:ea typeface="Adwaita Mono"/>
                <a:cs typeface="Adwaita Mono"/>
              </a:rPr>
              <a:t>los </a:t>
            </a:r>
            <a:r>
              <a:rPr lang="es-ES" sz="1600" b="0" i="0" u="none" strike="noStrike" cap="none" spc="0">
                <a:solidFill>
                  <a:srgbClr val="000000"/>
                </a:solidFill>
                <a:latin typeface="Adwaita Mono"/>
                <a:ea typeface="Adwaita Mono"/>
                <a:cs typeface="Adwaita Mono"/>
              </a:rPr>
              <a:t>píxeles </a:t>
            </a:r>
            <a:r>
              <a:rPr lang="es-ES" sz="1600" b="0" i="0" u="none" strike="noStrike" cap="none" spc="0">
                <a:solidFill>
                  <a:srgbClr val="000000"/>
                </a:solidFill>
                <a:latin typeface="Adwaita Mono"/>
                <a:ea typeface="Adwaita Mono"/>
                <a:cs typeface="Adwaita Mono"/>
              </a:rPr>
              <a:t>de </a:t>
            </a:r>
            <a:r>
              <a:rPr lang="es-ES" sz="1600" b="0" i="0" u="none" strike="noStrike" cap="none" spc="0">
                <a:solidFill>
                  <a:srgbClr val="000000"/>
                </a:solidFill>
                <a:latin typeface="Adwaita Mono"/>
                <a:ea typeface="Adwaita Mono"/>
                <a:cs typeface="Adwaita Mono"/>
              </a:rPr>
              <a:t>los </a:t>
            </a:r>
            <a:r>
              <a:rPr lang="es-ES" sz="1600" b="0" i="0" u="none" strike="noStrike" cap="none" spc="0">
                <a:solidFill>
                  <a:srgbClr val="000000"/>
                </a:solidFill>
                <a:latin typeface="Adwaita Mono"/>
                <a:ea typeface="Adwaita Mono"/>
                <a:cs typeface="Adwaita Mono"/>
              </a:rPr>
              <a:t>coches, </a:t>
            </a:r>
            <a:r>
              <a:rPr lang="es-ES" sz="1600" b="0" i="0" u="none" strike="noStrike" cap="none" spc="0">
                <a:solidFill>
                  <a:srgbClr val="000000"/>
                </a:solidFill>
                <a:latin typeface="Adwaita Mono"/>
                <a:ea typeface="Adwaita Mono"/>
                <a:cs typeface="Adwaita Mono"/>
              </a:rPr>
              <a:t>en </a:t>
            </a:r>
            <a:r>
              <a:rPr lang="es-ES" sz="1600" b="0" i="0" u="none" strike="noStrike" cap="none" spc="0">
                <a:solidFill>
                  <a:srgbClr val="000000"/>
                </a:solidFill>
                <a:latin typeface="Adwaita Mono"/>
                <a:ea typeface="Adwaita Mono"/>
                <a:cs typeface="Adwaita Mono"/>
              </a:rPr>
              <a:t>lugar </a:t>
            </a:r>
            <a:r>
              <a:rPr lang="es-ES" sz="1600" b="0" i="0" u="none" strike="noStrike" cap="none" spc="0">
                <a:solidFill>
                  <a:srgbClr val="000000"/>
                </a:solidFill>
                <a:latin typeface="Adwaita Mono"/>
                <a:ea typeface="Adwaita Mono"/>
                <a:cs typeface="Adwaita Mono"/>
              </a:rPr>
              <a:t>de </a:t>
            </a:r>
            <a:r>
              <a:rPr lang="es-ES" sz="1600" b="0" i="0" u="none" strike="noStrike" cap="none" spc="0">
                <a:solidFill>
                  <a:srgbClr val="000000"/>
                </a:solidFill>
                <a:latin typeface="Adwaita Mono"/>
                <a:ea typeface="Adwaita Mono"/>
                <a:cs typeface="Adwaita Mono"/>
              </a:rPr>
              <a:t>limitarse </a:t>
            </a:r>
            <a:r>
              <a:rPr lang="es-ES" sz="1600" b="0" i="0" u="none" strike="noStrike" cap="none" spc="0">
                <a:solidFill>
                  <a:srgbClr val="000000"/>
                </a:solidFill>
                <a:latin typeface="Adwaita Mono"/>
                <a:ea typeface="Adwaita Mono"/>
                <a:cs typeface="Adwaita Mono"/>
              </a:rPr>
              <a:t>a </a:t>
            </a:r>
            <a:r>
              <a:rPr lang="es-ES" sz="1600" b="0" i="0" u="none" strike="noStrike" cap="none" spc="0">
                <a:solidFill>
                  <a:srgbClr val="000000"/>
                </a:solidFill>
                <a:latin typeface="Adwaita Mono"/>
                <a:ea typeface="Adwaita Mono"/>
                <a:cs typeface="Adwaita Mono"/>
              </a:rPr>
              <a:t>dibujar </a:t>
            </a:r>
            <a:r>
              <a:rPr lang="es-ES" sz="1600" b="0" i="0" u="none" strike="noStrike" cap="none" spc="0">
                <a:solidFill>
                  <a:srgbClr val="000000"/>
                </a:solidFill>
                <a:latin typeface="Adwaita Mono"/>
                <a:ea typeface="Adwaita Mono"/>
                <a:cs typeface="Adwaita Mono"/>
              </a:rPr>
              <a:t>un </a:t>
            </a:r>
            <a:r>
              <a:rPr lang="es-ES" sz="1600" b="0" i="0" u="none" strike="noStrike" cap="none" spc="0">
                <a:solidFill>
                  <a:srgbClr val="000000"/>
                </a:solidFill>
                <a:latin typeface="Adwaita Mono"/>
                <a:ea typeface="Adwaita Mono"/>
                <a:cs typeface="Adwaita Mono"/>
              </a:rPr>
              <a:t>rectángulo </a:t>
            </a:r>
            <a:r>
              <a:rPr lang="es-ES" sz="1600" b="0" i="0" u="none" strike="noStrike" cap="none" spc="0">
                <a:solidFill>
                  <a:srgbClr val="000000"/>
                </a:solidFill>
                <a:latin typeface="Adwaita Mono"/>
                <a:ea typeface="Adwaita Mono"/>
                <a:cs typeface="Adwaita Mono"/>
              </a:rPr>
              <a:t>alrededor </a:t>
            </a:r>
            <a:r>
              <a:rPr lang="es-ES" sz="1600" b="0" i="0" u="none" strike="noStrike" cap="none" spc="0">
                <a:solidFill>
                  <a:srgbClr val="000000"/>
                </a:solidFill>
                <a:latin typeface="Adwaita Mono"/>
                <a:ea typeface="Adwaita Mono"/>
                <a:cs typeface="Adwaita Mono"/>
              </a:rPr>
              <a:t>de </a:t>
            </a:r>
            <a:r>
              <a:rPr lang="es-ES" sz="1600" b="0" i="0" u="none" strike="noStrike" cap="none" spc="0">
                <a:solidFill>
                  <a:srgbClr val="000000"/>
                </a:solidFill>
                <a:latin typeface="Adwaita Mono"/>
                <a:ea typeface="Adwaita Mono"/>
                <a:cs typeface="Adwaita Mono"/>
              </a:rPr>
              <a:t>cada </a:t>
            </a:r>
            <a:r>
              <a:rPr lang="es-ES" sz="1600" b="0" i="0" u="none" strike="noStrike" cap="none" spc="0">
                <a:solidFill>
                  <a:srgbClr val="000000"/>
                </a:solidFill>
                <a:latin typeface="Adwaita Mono"/>
                <a:ea typeface="Adwaita Mono"/>
                <a:cs typeface="Adwaita Mono"/>
              </a:rPr>
              <a:t>vehículo.</a:t>
            </a:r>
            <a:endParaRPr sz="1800">
              <a:latin typeface="Adwaita Mono"/>
              <a:cs typeface="Adwaita Mono"/>
            </a:endParaRPr>
          </a:p>
          <a:p>
            <a:pPr marL="0" indent="0" algn="just">
              <a:buFont typeface="Arial"/>
              <a:buNone/>
              <a:defRPr/>
            </a:pPr>
            <a:r>
              <a:rPr lang="es-ES" sz="1600" b="0" i="0" u="none" strike="noStrike" cap="none" spc="0">
                <a:solidFill>
                  <a:srgbClr val="000000"/>
                </a:solidFill>
                <a:latin typeface="Adwaita Mono"/>
                <a:ea typeface="Adwaita Mono"/>
                <a:cs typeface="Adwaita Mono"/>
              </a:rPr>
              <a:t>La </a:t>
            </a:r>
            <a:r>
              <a:rPr lang="es-ES" sz="1600" b="0" i="0" u="none" strike="noStrike" cap="none" spc="0">
                <a:solidFill>
                  <a:srgbClr val="000000"/>
                </a:solidFill>
                <a:latin typeface="Adwaita Mono"/>
                <a:ea typeface="Adwaita Mono"/>
                <a:cs typeface="Adwaita Mono"/>
              </a:rPr>
              <a:t>distinción </a:t>
            </a:r>
            <a:r>
              <a:rPr lang="es-ES" sz="1600" b="0" i="0" u="none" strike="noStrike" cap="none" spc="0">
                <a:solidFill>
                  <a:srgbClr val="000000"/>
                </a:solidFill>
                <a:latin typeface="Adwaita Mono"/>
                <a:ea typeface="Adwaita Mono"/>
                <a:cs typeface="Adwaita Mono"/>
              </a:rPr>
              <a:t>importa: </a:t>
            </a:r>
            <a:r>
              <a:rPr lang="es-ES" sz="1600" b="0" i="0" u="none" strike="noStrike" cap="none" spc="0">
                <a:solidFill>
                  <a:srgbClr val="000000"/>
                </a:solidFill>
                <a:latin typeface="Adwaita Mono"/>
                <a:ea typeface="Adwaita Mono"/>
                <a:cs typeface="Adwaita Mono"/>
              </a:rPr>
              <a:t>la </a:t>
            </a:r>
            <a:r>
              <a:rPr lang="es-ES" sz="1600" b="0" i="0" u="none" strike="noStrike" cap="none" spc="0">
                <a:solidFill>
                  <a:srgbClr val="000000"/>
                </a:solidFill>
                <a:latin typeface="Adwaita Mono"/>
                <a:ea typeface="Adwaita Mono"/>
                <a:cs typeface="Adwaita Mono"/>
              </a:rPr>
              <a:t>detección </a:t>
            </a:r>
            <a:r>
              <a:rPr lang="es-ES" sz="1600" b="0" i="0" u="none" strike="noStrike" cap="none" spc="0">
                <a:solidFill>
                  <a:srgbClr val="000000"/>
                </a:solidFill>
                <a:latin typeface="Adwaita Mono"/>
                <a:ea typeface="Adwaita Mono"/>
                <a:cs typeface="Adwaita Mono"/>
              </a:rPr>
              <a:t>de </a:t>
            </a:r>
            <a:r>
              <a:rPr lang="es-ES" sz="1600" b="0" i="0" u="none" strike="noStrike" cap="none" spc="0">
                <a:solidFill>
                  <a:srgbClr val="000000"/>
                </a:solidFill>
                <a:latin typeface="Adwaita Mono"/>
                <a:ea typeface="Adwaita Mono"/>
                <a:cs typeface="Adwaita Mono"/>
              </a:rPr>
              <a:t>objetos </a:t>
            </a:r>
            <a:r>
              <a:rPr lang="es-ES" sz="1600" b="0" i="0" u="none" strike="noStrike" cap="none" spc="0">
                <a:solidFill>
                  <a:srgbClr val="000000"/>
                </a:solidFill>
                <a:latin typeface="Adwaita Mono"/>
                <a:ea typeface="Adwaita Mono"/>
                <a:cs typeface="Adwaita Mono"/>
              </a:rPr>
              <a:t>localiza </a:t>
            </a:r>
            <a:r>
              <a:rPr lang="es-ES" sz="1600" b="0" i="0" u="none" strike="noStrike" cap="none" spc="0">
                <a:solidFill>
                  <a:srgbClr val="000000"/>
                </a:solidFill>
                <a:latin typeface="Adwaita Mono"/>
                <a:ea typeface="Adwaita Mono"/>
                <a:cs typeface="Adwaita Mono"/>
              </a:rPr>
              <a:t>un </a:t>
            </a:r>
            <a:r>
              <a:rPr lang="es-ES" sz="1600" b="0" i="0" u="none" strike="noStrike" cap="none" spc="0">
                <a:solidFill>
                  <a:srgbClr val="000000"/>
                </a:solidFill>
                <a:latin typeface="Adwaita Mono"/>
                <a:ea typeface="Adwaita Mono"/>
                <a:cs typeface="Adwaita Mono"/>
              </a:rPr>
              <a:t>objeto </a:t>
            </a:r>
            <a:r>
              <a:rPr lang="es-ES" sz="1600" b="0" i="0" u="none" strike="noStrike" cap="none" spc="0">
                <a:solidFill>
                  <a:srgbClr val="000000"/>
                </a:solidFill>
                <a:latin typeface="Adwaita Mono"/>
                <a:ea typeface="Adwaita Mono"/>
                <a:cs typeface="Adwaita Mono"/>
              </a:rPr>
              <a:t>mediante </a:t>
            </a:r>
            <a:r>
              <a:rPr lang="es-ES" sz="1600" b="0" i="0" u="none" strike="noStrike" cap="none" spc="0">
                <a:solidFill>
                  <a:srgbClr val="000000"/>
                </a:solidFill>
                <a:latin typeface="Adwaita Mono"/>
                <a:ea typeface="Adwaita Mono"/>
                <a:cs typeface="Adwaita Mono"/>
              </a:rPr>
              <a:t>una </a:t>
            </a:r>
            <a:r>
              <a:rPr lang="es-ES" sz="1600" b="0" i="0" u="none" strike="noStrike" cap="none" spc="0">
                <a:solidFill>
                  <a:srgbClr val="000000"/>
                </a:solidFill>
                <a:latin typeface="Adwaita Mono"/>
                <a:ea typeface="Adwaita Mono"/>
                <a:cs typeface="Adwaita Mono"/>
              </a:rPr>
              <a:t>caja </a:t>
            </a:r>
            <a:r>
              <a:rPr lang="es-ES" sz="1600" b="0" i="0" u="none" strike="noStrike" cap="none" spc="0">
                <a:solidFill>
                  <a:srgbClr val="000000"/>
                </a:solidFill>
                <a:latin typeface="Adwaita Mono"/>
                <a:ea typeface="Adwaita Mono"/>
                <a:cs typeface="Adwaita Mono"/>
              </a:rPr>
              <a:t>delimitadora, </a:t>
            </a:r>
            <a:r>
              <a:rPr lang="es-ES" sz="1600" b="0" i="0" u="none" strike="noStrike" cap="none" spc="0">
                <a:solidFill>
                  <a:srgbClr val="000000"/>
                </a:solidFill>
                <a:latin typeface="Adwaita Mono"/>
                <a:ea typeface="Adwaita Mono"/>
                <a:cs typeface="Adwaita Mono"/>
              </a:rPr>
              <a:t>mientras </a:t>
            </a:r>
            <a:r>
              <a:rPr lang="es-ES" sz="1600" b="0" i="0" u="none" strike="noStrike" cap="none" spc="0">
                <a:solidFill>
                  <a:srgbClr val="000000"/>
                </a:solidFill>
                <a:latin typeface="Adwaita Mono"/>
                <a:ea typeface="Adwaita Mono"/>
                <a:cs typeface="Adwaita Mono"/>
              </a:rPr>
              <a:t>que </a:t>
            </a:r>
            <a:r>
              <a:rPr lang="es-ES" sz="1600" b="0" i="0" u="none" strike="noStrike" cap="none" spc="0">
                <a:solidFill>
                  <a:srgbClr val="000000"/>
                </a:solidFill>
                <a:latin typeface="Adwaita Mono"/>
                <a:ea typeface="Adwaita Mono"/>
                <a:cs typeface="Adwaita Mono"/>
              </a:rPr>
              <a:t>la </a:t>
            </a:r>
            <a:r>
              <a:rPr lang="es-ES" sz="1600" b="0" i="0" u="none" strike="noStrike" cap="none" spc="0">
                <a:solidFill>
                  <a:srgbClr val="000000"/>
                </a:solidFill>
                <a:latin typeface="Adwaita Mono"/>
                <a:ea typeface="Adwaita Mono"/>
                <a:cs typeface="Adwaita Mono"/>
              </a:rPr>
              <a:t>segmentación </a:t>
            </a:r>
            <a:r>
              <a:rPr lang="es-ES" sz="1600" b="0" i="0" u="none" strike="noStrike" cap="none" spc="0">
                <a:solidFill>
                  <a:srgbClr val="000000"/>
                </a:solidFill>
                <a:latin typeface="Adwaita Mono"/>
                <a:ea typeface="Adwaita Mono"/>
                <a:cs typeface="Adwaita Mono"/>
              </a:rPr>
              <a:t>semántica </a:t>
            </a:r>
            <a:r>
              <a:rPr lang="es-ES" sz="1600" b="0" i="0" u="none" strike="noStrike" cap="none" spc="0">
                <a:solidFill>
                  <a:srgbClr val="000000"/>
                </a:solidFill>
                <a:latin typeface="Adwaita Mono"/>
                <a:ea typeface="Adwaita Mono"/>
                <a:cs typeface="Adwaita Mono"/>
              </a:rPr>
              <a:t>predice </a:t>
            </a:r>
            <a:r>
              <a:rPr lang="es-ES" sz="1600" b="0" i="0" u="none" strike="noStrike" cap="none" spc="0">
                <a:solidFill>
                  <a:srgbClr val="000000"/>
                </a:solidFill>
                <a:latin typeface="Adwaita Mono"/>
                <a:ea typeface="Adwaita Mono"/>
                <a:cs typeface="Adwaita Mono"/>
              </a:rPr>
              <a:t>una </a:t>
            </a:r>
            <a:r>
              <a:rPr lang="es-ES" sz="1600" b="0" i="0" u="none" strike="noStrike" cap="none" spc="0">
                <a:solidFill>
                  <a:srgbClr val="000000"/>
                </a:solidFill>
                <a:latin typeface="Adwaita Mono"/>
                <a:ea typeface="Adwaita Mono"/>
                <a:cs typeface="Adwaita Mono"/>
              </a:rPr>
              <a:t>categoría </a:t>
            </a:r>
            <a:r>
              <a:rPr lang="es-ES" sz="1600" b="0" i="0" u="none" strike="noStrike" cap="none" spc="0">
                <a:solidFill>
                  <a:srgbClr val="000000"/>
                </a:solidFill>
                <a:latin typeface="Adwaita Mono"/>
                <a:ea typeface="Adwaita Mono"/>
                <a:cs typeface="Adwaita Mono"/>
              </a:rPr>
              <a:t>para </a:t>
            </a:r>
            <a:r>
              <a:rPr lang="es-ES" sz="1600" b="0" i="0" u="none" strike="noStrike" cap="none" spc="0">
                <a:solidFill>
                  <a:srgbClr val="000000"/>
                </a:solidFill>
                <a:latin typeface="Adwaita Mono"/>
                <a:ea typeface="Adwaita Mono"/>
                <a:cs typeface="Adwaita Mono"/>
              </a:rPr>
              <a:t>cada </a:t>
            </a:r>
            <a:r>
              <a:rPr lang="es-ES" sz="1600" b="0" i="0" u="none" strike="noStrike" cap="none" spc="0">
                <a:solidFill>
                  <a:srgbClr val="000000"/>
                </a:solidFill>
                <a:latin typeface="Adwaita Mono"/>
                <a:ea typeface="Adwaita Mono"/>
                <a:cs typeface="Adwaita Mono"/>
              </a:rPr>
              <a:t>píxel. </a:t>
            </a:r>
            <a:r>
              <a:rPr lang="es-ES" sz="1600" b="0" i="0" u="none" strike="noStrike" cap="none" spc="0">
                <a:solidFill>
                  <a:srgbClr val="000000"/>
                </a:solidFill>
                <a:latin typeface="Adwaita Mono"/>
                <a:ea typeface="Adwaita Mono"/>
                <a:cs typeface="Adwaita Mono"/>
              </a:rPr>
              <a:t>U-Net </a:t>
            </a:r>
            <a:r>
              <a:rPr lang="es-ES" sz="1600" b="0" i="0" u="none" strike="noStrike" cap="none" spc="0">
                <a:solidFill>
                  <a:srgbClr val="000000"/>
                </a:solidFill>
                <a:latin typeface="Adwaita Mono"/>
                <a:ea typeface="Adwaita Mono"/>
                <a:cs typeface="Adwaita Mono"/>
              </a:rPr>
              <a:t>resulta </a:t>
            </a:r>
            <a:r>
              <a:rPr lang="es-ES" sz="1600" b="0" i="0" u="none" strike="noStrike" cap="none" spc="0">
                <a:solidFill>
                  <a:srgbClr val="000000"/>
                </a:solidFill>
                <a:latin typeface="Adwaita Mono"/>
                <a:ea typeface="Adwaita Mono"/>
                <a:cs typeface="Adwaita Mono"/>
              </a:rPr>
              <a:t>pertinente </a:t>
            </a:r>
            <a:r>
              <a:rPr lang="es-ES" sz="1600" b="0" i="0" u="none" strike="noStrike" cap="none" spc="0">
                <a:solidFill>
                  <a:srgbClr val="000000"/>
                </a:solidFill>
                <a:latin typeface="Adwaita Mono"/>
                <a:ea typeface="Adwaita Mono"/>
                <a:cs typeface="Adwaita Mono"/>
              </a:rPr>
              <a:t>para </a:t>
            </a:r>
            <a:r>
              <a:rPr lang="es-ES" sz="1600" b="0" i="0" u="none" strike="noStrike" cap="none" spc="0">
                <a:solidFill>
                  <a:srgbClr val="000000"/>
                </a:solidFill>
                <a:latin typeface="Adwaita Mono"/>
                <a:ea typeface="Adwaita Mono"/>
                <a:cs typeface="Adwaita Mono"/>
              </a:rPr>
              <a:t>esta </a:t>
            </a:r>
            <a:r>
              <a:rPr lang="es-ES" sz="1600" b="0" i="0" u="none" strike="noStrike" cap="none" spc="0">
                <a:solidFill>
                  <a:srgbClr val="000000"/>
                </a:solidFill>
                <a:latin typeface="Adwaita Mono"/>
                <a:ea typeface="Adwaita Mono"/>
                <a:cs typeface="Adwaita Mono"/>
              </a:rPr>
              <a:t>segunda </a:t>
            </a:r>
            <a:r>
              <a:rPr lang="es-ES" sz="1600" b="0" i="0" u="none" strike="noStrike" cap="none" spc="0">
                <a:solidFill>
                  <a:srgbClr val="000000"/>
                </a:solidFill>
                <a:latin typeface="Adwaita Mono"/>
                <a:ea typeface="Adwaita Mono"/>
                <a:cs typeface="Adwaita Mono"/>
              </a:rPr>
              <a:t>tarea </a:t>
            </a:r>
            <a:r>
              <a:rPr lang="es-ES" sz="1600" b="0" i="0" u="none" strike="noStrike" cap="none" spc="0">
                <a:solidFill>
                  <a:srgbClr val="000000"/>
                </a:solidFill>
                <a:latin typeface="Adwaita Mono"/>
                <a:ea typeface="Adwaita Mono"/>
                <a:cs typeface="Adwaita Mono"/>
              </a:rPr>
              <a:t>por </a:t>
            </a:r>
            <a:r>
              <a:rPr lang="es-ES" sz="1600" b="0" i="0" u="none" strike="noStrike" cap="none" spc="0">
                <a:solidFill>
                  <a:srgbClr val="000000"/>
                </a:solidFill>
                <a:latin typeface="Adwaita Mono"/>
                <a:ea typeface="Adwaita Mono"/>
                <a:cs typeface="Adwaita Mono"/>
              </a:rPr>
              <a:t>su </a:t>
            </a:r>
            <a:r>
              <a:rPr lang="es-ES" sz="1600" b="0" i="0" u="none" strike="noStrike" cap="none" spc="0">
                <a:solidFill>
                  <a:srgbClr val="000000"/>
                </a:solidFill>
                <a:latin typeface="Adwaita Mono"/>
                <a:ea typeface="Adwaita Mono"/>
                <a:cs typeface="Adwaita Mono"/>
              </a:rPr>
              <a:t>estructura </a:t>
            </a:r>
            <a:r>
              <a:rPr lang="es-ES" sz="1600" b="0" i="0" u="none" strike="noStrike" cap="none" spc="0">
                <a:solidFill>
                  <a:srgbClr val="000000"/>
                </a:solidFill>
                <a:latin typeface="Adwaita Mono"/>
                <a:ea typeface="Adwaita Mono"/>
                <a:cs typeface="Adwaita Mono"/>
              </a:rPr>
              <a:t>de </a:t>
            </a:r>
            <a:r>
              <a:rPr lang="es-ES" sz="1600" b="0" i="0" u="none" strike="noStrike" cap="none" spc="0">
                <a:solidFill>
                  <a:srgbClr val="000000"/>
                </a:solidFill>
                <a:latin typeface="Adwaita Mono"/>
                <a:ea typeface="Adwaita Mono"/>
                <a:cs typeface="Adwaita Mono"/>
              </a:rPr>
              <a:t>contracción </a:t>
            </a:r>
            <a:r>
              <a:rPr lang="es-ES" sz="1600" b="0" i="0" u="none" strike="noStrike" cap="none" spc="0">
                <a:solidFill>
                  <a:srgbClr val="000000"/>
                </a:solidFill>
                <a:latin typeface="Adwaita Mono"/>
                <a:ea typeface="Adwaita Mono"/>
                <a:cs typeface="Adwaita Mono"/>
              </a:rPr>
              <a:t>y </a:t>
            </a:r>
            <a:r>
              <a:rPr lang="es-ES" sz="1600" b="0" i="0" u="none" strike="noStrike" cap="none" spc="0">
                <a:solidFill>
                  <a:srgbClr val="000000"/>
                </a:solidFill>
                <a:latin typeface="Adwaita Mono"/>
                <a:ea typeface="Adwaita Mono"/>
                <a:cs typeface="Adwaita Mono"/>
              </a:rPr>
              <a:t>expansión </a:t>
            </a:r>
            <a:r>
              <a:rPr lang="es-ES" sz="1600" b="0" i="0" u="none" strike="noStrike" cap="none" spc="0">
                <a:solidFill>
                  <a:srgbClr val="000000"/>
                </a:solidFill>
                <a:latin typeface="Adwaita Mono"/>
                <a:ea typeface="Adwaita Mono"/>
                <a:cs typeface="Adwaita Mono"/>
              </a:rPr>
              <a:t>y </a:t>
            </a:r>
            <a:r>
              <a:rPr lang="es-ES" sz="1600" b="0" i="0" u="none" strike="noStrike" cap="none" spc="0">
                <a:solidFill>
                  <a:srgbClr val="000000"/>
                </a:solidFill>
                <a:latin typeface="Adwaita Mono"/>
                <a:ea typeface="Adwaita Mono"/>
                <a:cs typeface="Adwaita Mono"/>
              </a:rPr>
              <a:t>sus </a:t>
            </a:r>
            <a:r>
              <a:rPr lang="es-ES" sz="1600" b="0" i="0" u="none" strike="noStrike" cap="none" spc="0">
                <a:solidFill>
                  <a:srgbClr val="000000"/>
                </a:solidFill>
                <a:latin typeface="Adwaita Mono"/>
                <a:ea typeface="Adwaita Mono"/>
                <a:cs typeface="Adwaita Mono"/>
              </a:rPr>
              <a:t>conexiones </a:t>
            </a:r>
            <a:r>
              <a:rPr lang="es-ES" sz="1600" b="0" i="0" u="none" strike="noStrike" cap="none" spc="0">
                <a:solidFill>
                  <a:srgbClr val="000000"/>
                </a:solidFill>
                <a:latin typeface="Adwaita Mono"/>
                <a:ea typeface="Adwaita Mono"/>
                <a:cs typeface="Adwaita Mono"/>
              </a:rPr>
              <a:t>entre </a:t>
            </a:r>
            <a:r>
              <a:rPr lang="es-ES" sz="1600" b="0" i="0" u="none" strike="noStrike" cap="none" spc="0">
                <a:solidFill>
                  <a:srgbClr val="000000"/>
                </a:solidFill>
                <a:latin typeface="Adwaita Mono"/>
                <a:ea typeface="Adwaita Mono"/>
                <a:cs typeface="Adwaita Mono"/>
              </a:rPr>
              <a:t>etapas.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37127876" name="Title 1"/>
          <p:cNvSpPr>
            <a:spLocks noGrp="1"/>
          </p:cNvSpPr>
          <p:nvPr>
            <p:ph type="title"/>
          </p:nvPr>
        </p:nvSpPr>
        <p:spPr bwMode="auto">
          <a:xfrm flipH="0" flipV="0">
            <a:off x="838198" y="365124"/>
            <a:ext cx="10515600" cy="884055"/>
          </a:xfrm>
        </p:spPr>
        <p:txBody>
          <a:bodyPr/>
          <a:lstStyle/>
          <a:p>
            <a:pPr>
              <a:defRPr/>
            </a:pPr>
            <a:r>
              <a:rPr lang="es-ES" sz="3300" b="0" i="0" u="none" strike="noStrike" cap="none" spc="0">
                <a:solidFill>
                  <a:schemeClr val="tx1"/>
                </a:solidFill>
                <a:latin typeface="Adwaita Sans"/>
                <a:ea typeface="Adwaita Sans"/>
                <a:cs typeface="Adwaita Sans"/>
              </a:rPr>
              <a:t>2.2. ¿P</a:t>
            </a:r>
            <a:r>
              <a:rPr lang="es-ES" sz="3300" b="0" i="0" u="none" strike="noStrike" cap="none" spc="0">
                <a:solidFill>
                  <a:schemeClr val="tx1"/>
                </a:solidFill>
                <a:latin typeface="Adwaita Sans"/>
                <a:ea typeface="Adwaita Sans"/>
                <a:cs typeface="Adwaita Sans"/>
              </a:rPr>
              <a:t>or qué elegir U-Net?</a:t>
            </a:r>
            <a:endParaRPr/>
          </a:p>
        </p:txBody>
      </p:sp>
      <p:sp>
        <p:nvSpPr>
          <p:cNvPr id="712678804" name="Content Placeholder 2"/>
          <p:cNvSpPr>
            <a:spLocks noGrp="1"/>
          </p:cNvSpPr>
          <p:nvPr>
            <p:ph idx="1"/>
          </p:nvPr>
        </p:nvSpPr>
        <p:spPr bwMode="auto">
          <a:xfrm flipH="0" flipV="0">
            <a:off x="838198" y="1341567"/>
            <a:ext cx="10678481" cy="1656465"/>
          </a:xfrm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 fontScale="90000" lnSpcReduction="2000"/>
          </a:bodyPr>
          <a:lstStyle/>
          <a:p>
            <a:pPr marL="0" indent="0" algn="just">
              <a:spcBef>
                <a:spcPts val="708"/>
              </a:spcBef>
              <a:buFont typeface="Arial"/>
              <a:buNone/>
              <a:defRPr/>
            </a:pPr>
            <a:r>
              <a:rPr sz="1600" b="0" i="0" u="none">
                <a:solidFill>
                  <a:srgbClr val="000000"/>
                </a:solidFill>
                <a:latin typeface="Adwaita Mono"/>
                <a:ea typeface="Adwaita Mono"/>
                <a:cs typeface="Adwaita Mono"/>
              </a:rPr>
              <a:t>L</a:t>
            </a:r>
            <a:r>
              <a:rPr sz="1600" b="0" i="0" u="none">
                <a:solidFill>
                  <a:srgbClr val="000000"/>
                </a:solidFill>
                <a:latin typeface="Adwaita Mono"/>
                <a:ea typeface="Adwaita Mono"/>
                <a:cs typeface="Adwaita Mono"/>
              </a:rPr>
              <a:t>a </a:t>
            </a:r>
            <a:r>
              <a:rPr sz="1600" b="0" i="0" u="none">
                <a:solidFill>
                  <a:srgbClr val="000000"/>
                </a:solidFill>
                <a:latin typeface="Adwaita Mono"/>
                <a:ea typeface="Adwaita Mono"/>
                <a:cs typeface="Adwaita Mono"/>
              </a:rPr>
              <a:t>arquitectura </a:t>
            </a:r>
            <a:r>
              <a:rPr sz="1600" b="0" i="0" u="none">
                <a:solidFill>
                  <a:srgbClr val="000000"/>
                </a:solidFill>
                <a:latin typeface="Adwaita Mono"/>
                <a:ea typeface="Adwaita Mono"/>
                <a:cs typeface="Adwaita Mono"/>
              </a:rPr>
              <a:t>U-Net </a:t>
            </a:r>
            <a:r>
              <a:rPr sz="1600" b="0" i="0" u="none">
                <a:solidFill>
                  <a:srgbClr val="000000"/>
                </a:solidFill>
                <a:latin typeface="Adwaita Mono"/>
                <a:ea typeface="Adwaita Mono"/>
                <a:cs typeface="Adwaita Mono"/>
              </a:rPr>
              <a:t>fue </a:t>
            </a:r>
            <a:r>
              <a:rPr sz="1600" b="0" i="0" u="none">
                <a:solidFill>
                  <a:srgbClr val="000000"/>
                </a:solidFill>
                <a:latin typeface="Adwaita Mono"/>
                <a:ea typeface="Adwaita Mono"/>
                <a:cs typeface="Adwaita Mono"/>
              </a:rPr>
              <a:t>presentada </a:t>
            </a:r>
            <a:r>
              <a:rPr sz="1600" b="0" i="0" u="none">
                <a:solidFill>
                  <a:srgbClr val="000000"/>
                </a:solidFill>
                <a:latin typeface="Adwaita Mono"/>
                <a:ea typeface="Adwaita Mono"/>
                <a:cs typeface="Adwaita Mono"/>
              </a:rPr>
              <a:t>por </a:t>
            </a:r>
            <a:r>
              <a:rPr sz="1600" b="0" i="0" u="none">
                <a:solidFill>
                  <a:srgbClr val="000000"/>
                </a:solidFill>
                <a:latin typeface="Adwaita Mono"/>
                <a:ea typeface="Adwaita Mono"/>
                <a:cs typeface="Adwaita Mono"/>
              </a:rPr>
              <a:t>Ronneberger, </a:t>
            </a:r>
            <a:r>
              <a:rPr sz="1600" b="0" i="0" u="none">
                <a:solidFill>
                  <a:srgbClr val="000000"/>
                </a:solidFill>
                <a:latin typeface="Adwaita Mono"/>
                <a:ea typeface="Adwaita Mono"/>
                <a:cs typeface="Adwaita Mono"/>
              </a:rPr>
              <a:t>Fischer </a:t>
            </a:r>
            <a:r>
              <a:rPr sz="1600" b="0" i="0" u="none">
                <a:solidFill>
                  <a:srgbClr val="000000"/>
                </a:solidFill>
                <a:latin typeface="Adwaita Mono"/>
                <a:ea typeface="Adwaita Mono"/>
                <a:cs typeface="Adwaita Mono"/>
              </a:rPr>
              <a:t>y </a:t>
            </a:r>
            <a:r>
              <a:rPr sz="1600" b="0" i="0" u="none">
                <a:solidFill>
                  <a:srgbClr val="000000"/>
                </a:solidFill>
                <a:latin typeface="Adwaita Mono"/>
                <a:ea typeface="Adwaita Mono"/>
                <a:cs typeface="Adwaita Mono"/>
              </a:rPr>
              <a:t>Brox </a:t>
            </a:r>
            <a:r>
              <a:rPr sz="1600" b="0" i="0" u="none">
                <a:solidFill>
                  <a:srgbClr val="000000"/>
                </a:solidFill>
                <a:latin typeface="Adwaita Mono"/>
                <a:ea typeface="Adwaita Mono"/>
                <a:cs typeface="Adwaita Mono"/>
              </a:rPr>
              <a:t>en </a:t>
            </a:r>
            <a:r>
              <a:rPr sz="1600" b="0" i="0" u="none">
                <a:solidFill>
                  <a:srgbClr val="000000"/>
                </a:solidFill>
                <a:latin typeface="Adwaita Mono"/>
                <a:ea typeface="Adwaita Mono"/>
                <a:cs typeface="Adwaita Mono"/>
              </a:rPr>
              <a:t>2015 </a:t>
            </a:r>
            <a:r>
              <a:rPr sz="1600" b="0" i="0" u="none">
                <a:solidFill>
                  <a:srgbClr val="000000"/>
                </a:solidFill>
                <a:latin typeface="Adwaita Mono"/>
                <a:ea typeface="Adwaita Mono"/>
                <a:cs typeface="Adwaita Mono"/>
              </a:rPr>
              <a:t>para </a:t>
            </a:r>
            <a:r>
              <a:rPr sz="1600" b="0" i="0" u="none">
                <a:solidFill>
                  <a:srgbClr val="000000"/>
                </a:solidFill>
                <a:latin typeface="Adwaita Mono"/>
                <a:ea typeface="Adwaita Mono"/>
                <a:cs typeface="Adwaita Mono"/>
              </a:rPr>
              <a:t>segmentación </a:t>
            </a:r>
            <a:r>
              <a:rPr sz="1600" b="0" i="0" u="none">
                <a:solidFill>
                  <a:srgbClr val="000000"/>
                </a:solidFill>
                <a:latin typeface="Adwaita Mono"/>
                <a:ea typeface="Adwaita Mono"/>
                <a:cs typeface="Adwaita Mono"/>
              </a:rPr>
              <a:t>de </a:t>
            </a:r>
            <a:r>
              <a:rPr sz="1600" b="0" i="0" u="none">
                <a:solidFill>
                  <a:srgbClr val="000000"/>
                </a:solidFill>
                <a:latin typeface="Adwaita Mono"/>
                <a:ea typeface="Adwaita Mono"/>
                <a:cs typeface="Adwaita Mono"/>
              </a:rPr>
              <a:t>imágenes </a:t>
            </a:r>
            <a:r>
              <a:rPr sz="1600" b="0" i="0" u="none">
                <a:solidFill>
                  <a:srgbClr val="000000"/>
                </a:solidFill>
                <a:latin typeface="Adwaita Mono"/>
                <a:ea typeface="Adwaita Mono"/>
                <a:cs typeface="Adwaita Mono"/>
              </a:rPr>
              <a:t>biomédicas. </a:t>
            </a:r>
            <a:r>
              <a:rPr sz="1600" b="0" i="0" u="none">
                <a:solidFill>
                  <a:srgbClr val="000000"/>
                </a:solidFill>
                <a:latin typeface="Adwaita Mono"/>
                <a:ea typeface="Adwaita Mono"/>
                <a:cs typeface="Adwaita Mono"/>
              </a:rPr>
              <a:t>Su </a:t>
            </a:r>
            <a:r>
              <a:rPr sz="1600" b="0" i="0" u="none">
                <a:solidFill>
                  <a:srgbClr val="000000"/>
                </a:solidFill>
                <a:latin typeface="Adwaita Mono"/>
                <a:ea typeface="Adwaita Mono"/>
                <a:cs typeface="Adwaita Mono"/>
              </a:rPr>
              <a:t>diseño </a:t>
            </a:r>
            <a:r>
              <a:rPr sz="1600" b="0" i="0" u="none">
                <a:solidFill>
                  <a:srgbClr val="000000"/>
                </a:solidFill>
                <a:latin typeface="Adwaita Mono"/>
                <a:ea typeface="Adwaita Mono"/>
                <a:cs typeface="Adwaita Mono"/>
              </a:rPr>
              <a:t>combina </a:t>
            </a:r>
            <a:r>
              <a:rPr sz="1600" b="0" i="0" u="none">
                <a:solidFill>
                  <a:srgbClr val="000000"/>
                </a:solidFill>
                <a:latin typeface="Adwaita Mono"/>
                <a:ea typeface="Adwaita Mono"/>
                <a:cs typeface="Adwaita Mono"/>
              </a:rPr>
              <a:t>dos </a:t>
            </a:r>
            <a:r>
              <a:rPr sz="1600" b="0" i="0" u="none">
                <a:solidFill>
                  <a:srgbClr val="000000"/>
                </a:solidFill>
                <a:latin typeface="Adwaita Mono"/>
                <a:ea typeface="Adwaita Mono"/>
                <a:cs typeface="Adwaita Mono"/>
              </a:rPr>
              <a:t>caminos:</a:t>
            </a:r>
            <a:endParaRPr sz="1600">
              <a:latin typeface="Adwaita Mono"/>
              <a:cs typeface="Adwaita Mono"/>
            </a:endParaRPr>
          </a:p>
          <a:p>
            <a:pPr marL="0" indent="0" algn="just">
              <a:spcBef>
                <a:spcPts val="708"/>
              </a:spcBef>
              <a:buFont typeface="Arial"/>
              <a:buNone/>
              <a:defRPr/>
            </a:pPr>
            <a:r>
              <a:rPr sz="1600" b="0" i="0" u="none">
                <a:solidFill>
                  <a:srgbClr val="000000"/>
                </a:solidFill>
                <a:latin typeface="Adwaita Mono"/>
                <a:ea typeface="Adwaita Mono"/>
                <a:cs typeface="Adwaita Mono"/>
              </a:rPr>
              <a:t>Encoder </a:t>
            </a:r>
            <a:r>
              <a:rPr sz="1600" b="0" i="0" u="none">
                <a:solidFill>
                  <a:srgbClr val="000000"/>
                </a:solidFill>
                <a:latin typeface="Adwaita Mono"/>
                <a:ea typeface="Adwaita Mono"/>
                <a:cs typeface="Adwaita Mono"/>
              </a:rPr>
              <a:t>o </a:t>
            </a:r>
            <a:r>
              <a:rPr sz="1600" b="0" i="0" u="none">
                <a:solidFill>
                  <a:srgbClr val="000000"/>
                </a:solidFill>
                <a:latin typeface="Adwaita Mono"/>
                <a:ea typeface="Adwaita Mono"/>
                <a:cs typeface="Adwaita Mono"/>
              </a:rPr>
              <a:t>camino </a:t>
            </a:r>
            <a:r>
              <a:rPr sz="1600" b="0" i="0" u="none">
                <a:solidFill>
                  <a:srgbClr val="000000"/>
                </a:solidFill>
                <a:latin typeface="Adwaita Mono"/>
                <a:ea typeface="Adwaita Mono"/>
                <a:cs typeface="Adwaita Mono"/>
              </a:rPr>
              <a:t>de </a:t>
            </a:r>
            <a:r>
              <a:rPr sz="1600" b="0" i="0" u="none">
                <a:solidFill>
                  <a:srgbClr val="000000"/>
                </a:solidFill>
                <a:latin typeface="Adwaita Mono"/>
                <a:ea typeface="Adwaita Mono"/>
                <a:cs typeface="Adwaita Mono"/>
              </a:rPr>
              <a:t>contracción:</a:t>
            </a:r>
            <a:r>
              <a:rPr sz="1600" b="0" i="0" u="none">
                <a:solidFill>
                  <a:srgbClr val="000000"/>
                </a:solidFill>
                <a:latin typeface="Adwaita Mono"/>
                <a:ea typeface="Adwaita Mono"/>
                <a:cs typeface="Adwaita Mono"/>
              </a:rPr>
              <a:t> </a:t>
            </a:r>
            <a:r>
              <a:rPr sz="1600" b="0" i="0" u="none">
                <a:solidFill>
                  <a:srgbClr val="000000"/>
                </a:solidFill>
                <a:latin typeface="Adwaita Mono"/>
                <a:ea typeface="Adwaita Mono"/>
                <a:cs typeface="Adwaita Mono"/>
              </a:rPr>
              <a:t>reduce </a:t>
            </a:r>
            <a:r>
              <a:rPr sz="1600" b="0" i="0" u="none">
                <a:solidFill>
                  <a:srgbClr val="000000"/>
                </a:solidFill>
                <a:latin typeface="Adwaita Mono"/>
                <a:ea typeface="Adwaita Mono"/>
                <a:cs typeface="Adwaita Mono"/>
              </a:rPr>
              <a:t>progresivamente </a:t>
            </a:r>
            <a:r>
              <a:rPr sz="1600" b="0" i="0" u="none">
                <a:solidFill>
                  <a:srgbClr val="000000"/>
                </a:solidFill>
                <a:latin typeface="Adwaita Mono"/>
                <a:ea typeface="Adwaita Mono"/>
                <a:cs typeface="Adwaita Mono"/>
              </a:rPr>
              <a:t>la </a:t>
            </a:r>
            <a:r>
              <a:rPr sz="1600" b="0" i="0" u="none">
                <a:solidFill>
                  <a:srgbClr val="000000"/>
                </a:solidFill>
                <a:latin typeface="Adwaita Mono"/>
                <a:ea typeface="Adwaita Mono"/>
                <a:cs typeface="Adwaita Mono"/>
              </a:rPr>
              <a:t>resolución </a:t>
            </a:r>
            <a:r>
              <a:rPr sz="1600" b="0" i="0" u="none">
                <a:solidFill>
                  <a:srgbClr val="000000"/>
                </a:solidFill>
                <a:latin typeface="Adwaita Mono"/>
                <a:ea typeface="Adwaita Mono"/>
                <a:cs typeface="Adwaita Mono"/>
              </a:rPr>
              <a:t>y </a:t>
            </a:r>
            <a:r>
              <a:rPr sz="1600" b="0" i="0" u="none">
                <a:solidFill>
                  <a:srgbClr val="000000"/>
                </a:solidFill>
                <a:latin typeface="Adwaita Mono"/>
                <a:ea typeface="Adwaita Mono"/>
                <a:cs typeface="Adwaita Mono"/>
              </a:rPr>
              <a:t>aprende </a:t>
            </a:r>
            <a:r>
              <a:rPr sz="1600" b="0" i="0" u="none">
                <a:solidFill>
                  <a:srgbClr val="000000"/>
                </a:solidFill>
                <a:latin typeface="Adwaita Mono"/>
                <a:ea typeface="Adwaita Mono"/>
                <a:cs typeface="Adwaita Mono"/>
              </a:rPr>
              <a:t>características </a:t>
            </a:r>
            <a:r>
              <a:rPr sz="1600" b="0" i="0" u="none">
                <a:solidFill>
                  <a:srgbClr val="000000"/>
                </a:solidFill>
                <a:latin typeface="Adwaita Mono"/>
                <a:ea typeface="Adwaita Mono"/>
                <a:cs typeface="Adwaita Mono"/>
              </a:rPr>
              <a:t>de </a:t>
            </a:r>
            <a:r>
              <a:rPr sz="1600" b="0" i="0" u="none">
                <a:solidFill>
                  <a:srgbClr val="000000"/>
                </a:solidFill>
                <a:latin typeface="Adwaita Mono"/>
                <a:ea typeface="Adwaita Mono"/>
                <a:cs typeface="Adwaita Mono"/>
              </a:rPr>
              <a:t>la </a:t>
            </a:r>
            <a:r>
              <a:rPr sz="1600" b="0" i="0" u="none">
                <a:solidFill>
                  <a:srgbClr val="000000"/>
                </a:solidFill>
                <a:latin typeface="Adwaita Mono"/>
                <a:ea typeface="Adwaita Mono"/>
                <a:cs typeface="Adwaita Mono"/>
              </a:rPr>
              <a:t>imagen.</a:t>
            </a:r>
            <a:endParaRPr sz="1600">
              <a:latin typeface="Adwaita Mono"/>
              <a:cs typeface="Adwaita Mono"/>
            </a:endParaRPr>
          </a:p>
          <a:p>
            <a:pPr marL="0" indent="0" algn="just">
              <a:spcBef>
                <a:spcPts val="708"/>
              </a:spcBef>
              <a:buFont typeface="Arial"/>
              <a:buNone/>
              <a:defRPr/>
            </a:pPr>
            <a:r>
              <a:rPr sz="1600" b="0" i="0" u="none">
                <a:solidFill>
                  <a:srgbClr val="000000"/>
                </a:solidFill>
                <a:latin typeface="Adwaita Mono"/>
                <a:ea typeface="Adwaita Mono"/>
                <a:cs typeface="Adwaita Mono"/>
              </a:rPr>
              <a:t>Decoder </a:t>
            </a:r>
            <a:r>
              <a:rPr sz="1600" b="0" i="0" u="none">
                <a:solidFill>
                  <a:srgbClr val="000000"/>
                </a:solidFill>
                <a:latin typeface="Adwaita Mono"/>
                <a:ea typeface="Adwaita Mono"/>
                <a:cs typeface="Adwaita Mono"/>
              </a:rPr>
              <a:t>o </a:t>
            </a:r>
            <a:r>
              <a:rPr sz="1600" b="0" i="0" u="none">
                <a:solidFill>
                  <a:srgbClr val="000000"/>
                </a:solidFill>
                <a:latin typeface="Adwaita Mono"/>
                <a:ea typeface="Adwaita Mono"/>
                <a:cs typeface="Adwaita Mono"/>
              </a:rPr>
              <a:t>camino </a:t>
            </a:r>
            <a:r>
              <a:rPr sz="1600" b="0" i="0" u="none">
                <a:solidFill>
                  <a:srgbClr val="000000"/>
                </a:solidFill>
                <a:latin typeface="Adwaita Mono"/>
                <a:ea typeface="Adwaita Mono"/>
                <a:cs typeface="Adwaita Mono"/>
              </a:rPr>
              <a:t>de </a:t>
            </a:r>
            <a:r>
              <a:rPr sz="1600" b="0" i="0" u="none">
                <a:solidFill>
                  <a:srgbClr val="000000"/>
                </a:solidFill>
                <a:latin typeface="Adwaita Mono"/>
                <a:ea typeface="Adwaita Mono"/>
                <a:cs typeface="Adwaita Mono"/>
              </a:rPr>
              <a:t>expansión:</a:t>
            </a:r>
            <a:r>
              <a:rPr sz="1600" b="0" i="0" u="none">
                <a:solidFill>
                  <a:srgbClr val="000000"/>
                </a:solidFill>
                <a:latin typeface="Adwaita Mono"/>
                <a:ea typeface="Adwaita Mono"/>
                <a:cs typeface="Adwaita Mono"/>
              </a:rPr>
              <a:t> </a:t>
            </a:r>
            <a:r>
              <a:rPr sz="1600" b="0" i="0" u="none">
                <a:solidFill>
                  <a:srgbClr val="000000"/>
                </a:solidFill>
                <a:latin typeface="Adwaita Mono"/>
                <a:ea typeface="Adwaita Mono"/>
                <a:cs typeface="Adwaita Mono"/>
              </a:rPr>
              <a:t>aumenta </a:t>
            </a:r>
            <a:r>
              <a:rPr sz="1600" b="0" i="0" u="none">
                <a:solidFill>
                  <a:srgbClr val="000000"/>
                </a:solidFill>
                <a:latin typeface="Adwaita Mono"/>
                <a:ea typeface="Adwaita Mono"/>
                <a:cs typeface="Adwaita Mono"/>
              </a:rPr>
              <a:t>la </a:t>
            </a:r>
            <a:r>
              <a:rPr sz="1600" b="0" i="0" u="none">
                <a:solidFill>
                  <a:srgbClr val="000000"/>
                </a:solidFill>
                <a:latin typeface="Adwaita Mono"/>
                <a:ea typeface="Adwaita Mono"/>
                <a:cs typeface="Adwaita Mono"/>
              </a:rPr>
              <a:t>resolución </a:t>
            </a:r>
            <a:r>
              <a:rPr sz="1600" b="0" i="0" u="none">
                <a:solidFill>
                  <a:srgbClr val="000000"/>
                </a:solidFill>
                <a:latin typeface="Adwaita Mono"/>
                <a:ea typeface="Adwaita Mono"/>
                <a:cs typeface="Adwaita Mono"/>
              </a:rPr>
              <a:t>y </a:t>
            </a:r>
            <a:r>
              <a:rPr sz="1600" b="0" i="0" u="none">
                <a:solidFill>
                  <a:srgbClr val="000000"/>
                </a:solidFill>
                <a:latin typeface="Adwaita Mono"/>
                <a:ea typeface="Adwaita Mono"/>
                <a:cs typeface="Adwaita Mono"/>
              </a:rPr>
              <a:t>reconstruye </a:t>
            </a:r>
            <a:r>
              <a:rPr sz="1600" b="0" i="0" u="none">
                <a:solidFill>
                  <a:srgbClr val="000000"/>
                </a:solidFill>
                <a:latin typeface="Adwaita Mono"/>
                <a:ea typeface="Adwaita Mono"/>
                <a:cs typeface="Adwaita Mono"/>
              </a:rPr>
              <a:t>una </a:t>
            </a:r>
            <a:r>
              <a:rPr sz="1600" b="0" i="0" u="none">
                <a:solidFill>
                  <a:srgbClr val="000000"/>
                </a:solidFill>
                <a:latin typeface="Adwaita Mono"/>
                <a:ea typeface="Adwaita Mono"/>
                <a:cs typeface="Adwaita Mono"/>
              </a:rPr>
              <a:t>predicción </a:t>
            </a:r>
            <a:r>
              <a:rPr sz="1600" b="0" i="0" u="none">
                <a:solidFill>
                  <a:srgbClr val="000000"/>
                </a:solidFill>
                <a:latin typeface="Adwaita Mono"/>
                <a:ea typeface="Adwaita Mono"/>
                <a:cs typeface="Adwaita Mono"/>
              </a:rPr>
              <a:t>espacial.</a:t>
            </a:r>
            <a:endParaRPr sz="1600">
              <a:latin typeface="Adwaita Mono"/>
              <a:cs typeface="Adwaita Mono"/>
            </a:endParaRPr>
          </a:p>
          <a:p>
            <a:pPr marL="0" indent="0" algn="just">
              <a:spcBef>
                <a:spcPts val="708"/>
              </a:spcBef>
              <a:buFont typeface="Arial"/>
              <a:buNone/>
              <a:defRPr/>
            </a:pPr>
            <a:r>
              <a:rPr sz="1600" b="0" i="0" u="none">
                <a:solidFill>
                  <a:srgbClr val="000000"/>
                </a:solidFill>
                <a:latin typeface="Adwaita Mono"/>
                <a:ea typeface="Adwaita Mono"/>
                <a:cs typeface="Adwaita Mono"/>
              </a:rPr>
              <a:t>Skip </a:t>
            </a:r>
            <a:r>
              <a:rPr sz="1600" b="0" i="0" u="none">
                <a:solidFill>
                  <a:srgbClr val="000000"/>
                </a:solidFill>
                <a:latin typeface="Adwaita Mono"/>
                <a:ea typeface="Adwaita Mono"/>
                <a:cs typeface="Adwaita Mono"/>
              </a:rPr>
              <a:t>connections:</a:t>
            </a:r>
            <a:r>
              <a:rPr sz="1600" b="0" i="0" u="none">
                <a:solidFill>
                  <a:srgbClr val="000000"/>
                </a:solidFill>
                <a:latin typeface="Adwaita Mono"/>
                <a:ea typeface="Adwaita Mono"/>
                <a:cs typeface="Adwaita Mono"/>
              </a:rPr>
              <a:t> </a:t>
            </a:r>
            <a:r>
              <a:rPr sz="1600" b="0" i="0" u="none">
                <a:solidFill>
                  <a:srgbClr val="000000"/>
                </a:solidFill>
                <a:latin typeface="Adwaita Mono"/>
                <a:ea typeface="Adwaita Mono"/>
                <a:cs typeface="Adwaita Mono"/>
              </a:rPr>
              <a:t>conectan </a:t>
            </a:r>
            <a:r>
              <a:rPr sz="1600" b="0" i="0" u="none">
                <a:solidFill>
                  <a:srgbClr val="000000"/>
                </a:solidFill>
                <a:latin typeface="Adwaita Mono"/>
                <a:ea typeface="Adwaita Mono"/>
                <a:cs typeface="Adwaita Mono"/>
              </a:rPr>
              <a:t>características </a:t>
            </a:r>
            <a:r>
              <a:rPr sz="1600" b="0" i="0" u="none">
                <a:solidFill>
                  <a:srgbClr val="000000"/>
                </a:solidFill>
                <a:latin typeface="Adwaita Mono"/>
                <a:ea typeface="Adwaita Mono"/>
                <a:cs typeface="Adwaita Mono"/>
              </a:rPr>
              <a:t>de </a:t>
            </a:r>
            <a:r>
              <a:rPr sz="1600" b="0" i="0" u="none">
                <a:solidFill>
                  <a:srgbClr val="000000"/>
                </a:solidFill>
                <a:latin typeface="Adwaita Mono"/>
                <a:ea typeface="Adwaita Mono"/>
                <a:cs typeface="Adwaita Mono"/>
              </a:rPr>
              <a:t>niveles </a:t>
            </a:r>
            <a:r>
              <a:rPr sz="1600" b="0" i="0" u="none">
                <a:solidFill>
                  <a:srgbClr val="000000"/>
                </a:solidFill>
                <a:latin typeface="Adwaita Mono"/>
                <a:ea typeface="Adwaita Mono"/>
                <a:cs typeface="Adwaita Mono"/>
              </a:rPr>
              <a:t>equivalentes </a:t>
            </a:r>
            <a:r>
              <a:rPr sz="1600" b="0" i="0" u="none">
                <a:solidFill>
                  <a:srgbClr val="000000"/>
                </a:solidFill>
                <a:latin typeface="Adwaita Mono"/>
                <a:ea typeface="Adwaita Mono"/>
                <a:cs typeface="Adwaita Mono"/>
              </a:rPr>
              <a:t>del </a:t>
            </a:r>
            <a:r>
              <a:rPr sz="1600" b="0" i="0" u="none">
                <a:solidFill>
                  <a:srgbClr val="000000"/>
                </a:solidFill>
                <a:latin typeface="Adwaita Mono"/>
                <a:ea typeface="Adwaita Mono"/>
                <a:cs typeface="Adwaita Mono"/>
              </a:rPr>
              <a:t>encoder </a:t>
            </a:r>
            <a:r>
              <a:rPr sz="1600" b="0" i="0" u="none">
                <a:solidFill>
                  <a:srgbClr val="000000"/>
                </a:solidFill>
                <a:latin typeface="Adwaita Mono"/>
                <a:ea typeface="Adwaita Mono"/>
                <a:cs typeface="Adwaita Mono"/>
              </a:rPr>
              <a:t>y </a:t>
            </a:r>
            <a:r>
              <a:rPr sz="1600" b="0" i="0" u="none">
                <a:solidFill>
                  <a:srgbClr val="000000"/>
                </a:solidFill>
                <a:latin typeface="Adwaita Mono"/>
                <a:ea typeface="Adwaita Mono"/>
                <a:cs typeface="Adwaita Mono"/>
              </a:rPr>
              <a:t>del </a:t>
            </a:r>
            <a:r>
              <a:rPr sz="1600" b="0" i="0" u="none">
                <a:solidFill>
                  <a:srgbClr val="000000"/>
                </a:solidFill>
                <a:latin typeface="Adwaita Mono"/>
                <a:ea typeface="Adwaita Mono"/>
                <a:cs typeface="Adwaita Mono"/>
              </a:rPr>
              <a:t>decoder, </a:t>
            </a:r>
            <a:r>
              <a:rPr sz="1600" b="0" i="0" u="none">
                <a:solidFill>
                  <a:srgbClr val="000000"/>
                </a:solidFill>
                <a:latin typeface="Adwaita Mono"/>
                <a:ea typeface="Adwaita Mono"/>
                <a:cs typeface="Adwaita Mono"/>
              </a:rPr>
              <a:t>ayudando </a:t>
            </a:r>
            <a:r>
              <a:rPr sz="1600" b="0" i="0" u="none">
                <a:solidFill>
                  <a:srgbClr val="000000"/>
                </a:solidFill>
                <a:latin typeface="Adwaita Mono"/>
                <a:ea typeface="Adwaita Mono"/>
                <a:cs typeface="Adwaita Mono"/>
              </a:rPr>
              <a:t>a </a:t>
            </a:r>
            <a:r>
              <a:rPr sz="1600" b="0" i="0" u="none">
                <a:solidFill>
                  <a:srgbClr val="000000"/>
                </a:solidFill>
                <a:latin typeface="Adwaita Mono"/>
                <a:ea typeface="Adwaita Mono"/>
                <a:cs typeface="Adwaita Mono"/>
              </a:rPr>
              <a:t>recuperar </a:t>
            </a:r>
            <a:r>
              <a:rPr sz="1600" b="0" i="0" u="none">
                <a:solidFill>
                  <a:srgbClr val="000000"/>
                </a:solidFill>
                <a:latin typeface="Adwaita Mono"/>
                <a:ea typeface="Adwaita Mono"/>
                <a:cs typeface="Adwaita Mono"/>
              </a:rPr>
              <a:t>información </a:t>
            </a:r>
            <a:r>
              <a:rPr sz="1600" b="0" i="0" u="none">
                <a:solidFill>
                  <a:srgbClr val="000000"/>
                </a:solidFill>
                <a:latin typeface="Adwaita Mono"/>
                <a:ea typeface="Adwaita Mono"/>
                <a:cs typeface="Adwaita Mono"/>
              </a:rPr>
              <a:t>espacial </a:t>
            </a:r>
            <a:r>
              <a:rPr sz="1600" b="0" i="0" u="none">
                <a:solidFill>
                  <a:srgbClr val="000000"/>
                </a:solidFill>
                <a:latin typeface="Adwaita Mono"/>
                <a:ea typeface="Adwaita Mono"/>
                <a:cs typeface="Adwaita Mono"/>
              </a:rPr>
              <a:t>útil </a:t>
            </a:r>
            <a:r>
              <a:rPr sz="1600" b="0" i="0" u="none">
                <a:solidFill>
                  <a:srgbClr val="000000"/>
                </a:solidFill>
                <a:latin typeface="Adwaita Mono"/>
                <a:ea typeface="Adwaita Mono"/>
                <a:cs typeface="Adwaita Mono"/>
              </a:rPr>
              <a:t>para </a:t>
            </a:r>
            <a:r>
              <a:rPr sz="1600" b="0" i="0" u="none">
                <a:solidFill>
                  <a:srgbClr val="000000"/>
                </a:solidFill>
                <a:latin typeface="Adwaita Mono"/>
                <a:ea typeface="Adwaita Mono"/>
                <a:cs typeface="Adwaita Mono"/>
              </a:rPr>
              <a:t>localizar </a:t>
            </a:r>
            <a:r>
              <a:rPr sz="1600" b="0" i="0" u="none">
                <a:solidFill>
                  <a:srgbClr val="000000"/>
                </a:solidFill>
                <a:latin typeface="Adwaita Mono"/>
                <a:ea typeface="Adwaita Mono"/>
                <a:cs typeface="Adwaita Mono"/>
              </a:rPr>
              <a:t>contornos.</a:t>
            </a:r>
            <a:endParaRPr/>
          </a:p>
        </p:txBody>
      </p:sp>
      <p:pic>
        <p:nvPicPr>
          <p:cNvPr id="9063137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flipH="0" flipV="0">
            <a:off x="1025575" y="3088636"/>
            <a:ext cx="6446882" cy="3601188"/>
          </a:xfrm>
          <a:prstGeom prst="rect">
            <a:avLst/>
          </a:prstGeom>
        </p:spPr>
      </p:pic>
      <p:sp>
        <p:nvSpPr>
          <p:cNvPr id="201805369" name=""/>
          <p:cNvSpPr txBox="1"/>
          <p:nvPr/>
        </p:nvSpPr>
        <p:spPr bwMode="auto">
          <a:xfrm rot="0" flipH="0" flipV="0">
            <a:off x="8125758" y="3030645"/>
            <a:ext cx="3390921" cy="3659178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just" defTabSz="687600">
              <a:lnSpc>
                <a:spcPct val="88000"/>
              </a:lnSpc>
              <a:spcBef>
                <a:spcPts val="708"/>
              </a:spcBef>
              <a:defRPr/>
            </a:pPr>
            <a:r>
              <a:rPr sz="1400">
                <a:latin typeface="Adwaita Mono"/>
                <a:ea typeface="Adwaita Mono"/>
                <a:cs typeface="Adwaita Mono"/>
              </a:rPr>
              <a:t>En este contexto la arquitectura U-NET aplicada al proyecto</a:t>
            </a:r>
            <a:r>
              <a:rPr>
                <a:latin typeface="Adwaita Mono"/>
                <a:ea typeface="Adwaita Mono"/>
                <a:cs typeface="Adwaita Mono"/>
              </a:rPr>
              <a:t> </a:t>
            </a:r>
            <a:r>
              <a:rPr sz="1400">
                <a:latin typeface="Adwaita Mono"/>
                <a:ea typeface="Adwaita Mono"/>
                <a:cs typeface="Adwaita Mono"/>
              </a:rPr>
              <a:t>se adapta ya que los vehículos se muestran a parcialmente ocultos, distintos ángulos, distancias y cantidades. como resultado </a:t>
            </a:r>
            <a:r>
              <a:rPr lang="es-ES" sz="1400" b="0" i="0" u="none" strike="noStrike" cap="none" spc="0">
                <a:solidFill>
                  <a:schemeClr val="tx1"/>
                </a:solidFill>
                <a:latin typeface="Adwaita Mono"/>
                <a:ea typeface="Adwaita Mono"/>
                <a:cs typeface="Adwaita Mono"/>
              </a:rPr>
              <a:t>Una caja delimitadora no representa con precisión su silueta; una máscara por píxel sí permite evaluar esa correspondencia.</a:t>
            </a:r>
            <a:r>
              <a:rPr sz="1400">
                <a:latin typeface="Adwaita Mono"/>
                <a:ea typeface="Adwaita Mono"/>
                <a:cs typeface="Adwaita Mono"/>
              </a:rPr>
              <a:t> </a:t>
            </a:r>
            <a:r>
              <a:rPr lang="es-ES" sz="1400" b="0" i="0" u="none" strike="noStrike" cap="none" spc="0">
                <a:solidFill>
                  <a:schemeClr val="tx1"/>
                </a:solidFill>
                <a:latin typeface="Adwaita Mono"/>
                <a:ea typeface="Adwaita Mono"/>
                <a:cs typeface="Adwaita Mono"/>
              </a:rPr>
              <a:t>Además, implementar U-Net desde cero permitió estudiar y controlar la arquitectura, las dimensiones de los tensores, las conexiones, la función de pérdida y el proceso de entrenamiento.</a:t>
            </a:r>
            <a:endParaRPr sz="14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73199897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b="1">
                <a:latin typeface="Adwaita Sans"/>
                <a:ea typeface="Adwaita Sans"/>
                <a:cs typeface="Adwaita Sans"/>
              </a:rPr>
              <a:t>2.3 Objetivo General y objetivos específicos</a:t>
            </a:r>
            <a:endParaRPr/>
          </a:p>
        </p:txBody>
      </p:sp>
      <p:sp>
        <p:nvSpPr>
          <p:cNvPr id="1563881980" name="Content Placeholder 2"/>
          <p:cNvSpPr>
            <a:spLocks noGrp="1"/>
          </p:cNvSpPr>
          <p:nvPr>
            <p:ph idx="1"/>
          </p:nvPr>
        </p:nvSpPr>
        <p:spPr bwMode="auto"/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 fontScale="90000" lnSpcReduction="2000"/>
          </a:bodyPr>
          <a:lstStyle/>
          <a:p>
            <a:pPr marL="0" indent="0">
              <a:buFont typeface="Arial"/>
              <a:buNone/>
              <a:defRPr/>
            </a:pPr>
            <a:r>
              <a:rPr lang="es-ES" sz="2100" b="1" i="0" u="none" strike="noStrike" cap="none" spc="0">
                <a:solidFill>
                  <a:schemeClr val="tx1"/>
                </a:solidFill>
                <a:latin typeface="Adwaita Sans"/>
                <a:ea typeface="Adwaita Sans"/>
                <a:cs typeface="Adwaita Sans"/>
              </a:rPr>
              <a:t>Objetivo general</a:t>
            </a:r>
            <a:endParaRPr lang="es-ES" sz="21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  <a:p>
            <a:pPr marL="0" indent="0" algn="just">
              <a:buFont typeface="Arial"/>
              <a:buNone/>
              <a:defRPr/>
            </a:pPr>
            <a:r>
              <a:rPr lang="es-ES" sz="2100" b="0" i="0" u="none" strike="noStrike" cap="none" spc="0">
                <a:solidFill>
                  <a:schemeClr val="tx1"/>
                </a:solidFill>
                <a:latin typeface="Adwaita Mono"/>
                <a:ea typeface="Adwaita Mono"/>
                <a:cs typeface="Adwaita Mono"/>
              </a:rPr>
              <a:t>Desarrollar y evaluar una red neuronal convolucional U-Net para la segmentación semántica binaria de coches en imágenes de escenas reales.</a:t>
            </a:r>
            <a:endParaRPr lang="es-ES" sz="21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  <a:p>
            <a:pPr marL="0" indent="0">
              <a:buFont typeface="Arial"/>
              <a:buNone/>
              <a:defRPr/>
            </a:pPr>
            <a:endParaRPr lang="es-ES" sz="21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  <a:p>
            <a:pPr marL="0" indent="0">
              <a:buFont typeface="Arial"/>
              <a:buNone/>
              <a:defRPr/>
            </a:pPr>
            <a:r>
              <a:rPr lang="es-ES" sz="2100" b="1" i="0" u="none" strike="noStrike" cap="none" spc="0">
                <a:solidFill>
                  <a:schemeClr val="tx1"/>
                </a:solidFill>
                <a:latin typeface="Adwaita Sans"/>
                <a:ea typeface="Adwaita Sans"/>
                <a:cs typeface="Adwaita Sans"/>
              </a:rPr>
              <a:t>Objetivos específicos</a:t>
            </a:r>
            <a:endParaRPr lang="es-ES" sz="21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  <a:p>
            <a:pPr algn="just">
              <a:buFont typeface="Arial"/>
              <a:buChar char="–"/>
              <a:defRPr/>
            </a:pPr>
            <a:r>
              <a:rPr lang="es-ES" sz="2100" b="0" i="0" u="none" strike="noStrike" cap="none" spc="0">
                <a:solidFill>
                  <a:schemeClr val="tx1"/>
                </a:solidFill>
                <a:latin typeface="Adwaita Mono"/>
                <a:ea typeface="Adwaita Mono"/>
                <a:cs typeface="Adwaita Mono"/>
              </a:rPr>
              <a:t> Construir un conjunto de datos con imágenes y máscaras binarias alineadas.</a:t>
            </a:r>
            <a:endParaRPr sz="2100" b="0" i="0" u="none" strike="noStrike" cap="none" spc="0">
              <a:solidFill>
                <a:schemeClr val="tx1"/>
              </a:solidFill>
              <a:latin typeface="Adwaita Mono"/>
              <a:cs typeface="Adwaita Mono"/>
            </a:endParaRPr>
          </a:p>
          <a:p>
            <a:pPr algn="just">
              <a:buFont typeface="Arial"/>
              <a:buChar char="–"/>
              <a:defRPr/>
            </a:pPr>
            <a:r>
              <a:rPr lang="es-ES" sz="2100" b="0" i="0" u="none" strike="noStrike" cap="none" spc="0">
                <a:solidFill>
                  <a:schemeClr val="tx1"/>
                </a:solidFill>
                <a:latin typeface="Adwaita Mono"/>
                <a:ea typeface="Adwaita Mono"/>
                <a:cs typeface="Adwaita Mono"/>
              </a:rPr>
              <a:t> Implementar la arquitectura U-Net en PyTorch.</a:t>
            </a:r>
            <a:endParaRPr sz="2100" b="0" i="0" u="none" strike="noStrike" cap="none" spc="0">
              <a:solidFill>
                <a:schemeClr val="tx1"/>
              </a:solidFill>
              <a:latin typeface="Adwaita Mono"/>
              <a:cs typeface="Adwaita Mono"/>
            </a:endParaRPr>
          </a:p>
          <a:p>
            <a:pPr algn="just">
              <a:buFont typeface="Arial"/>
              <a:buChar char="–"/>
              <a:defRPr/>
            </a:pPr>
            <a:r>
              <a:rPr lang="es-ES" sz="2100" b="0" i="0" u="none" strike="noStrike" cap="none" spc="0">
                <a:solidFill>
                  <a:schemeClr val="tx1"/>
                </a:solidFill>
                <a:latin typeface="Adwaita Mono"/>
                <a:ea typeface="Adwaita Mono"/>
                <a:cs typeface="Adwaita Mono"/>
              </a:rPr>
              <a:t> Entrenar el modelo con aprendizaje supervisado y evaluar sus predicciones.</a:t>
            </a:r>
            <a:endParaRPr sz="2100" b="0" i="0" u="none" strike="noStrike" cap="none" spc="0">
              <a:solidFill>
                <a:schemeClr val="tx1"/>
              </a:solidFill>
              <a:latin typeface="Adwaita Mono"/>
              <a:cs typeface="Adwaita Mono"/>
            </a:endParaRPr>
          </a:p>
          <a:p>
            <a:pPr algn="just">
              <a:buFont typeface="Arial"/>
              <a:buChar char="–"/>
              <a:defRPr/>
            </a:pPr>
            <a:r>
              <a:rPr lang="es-ES" sz="2100" b="0" i="0" u="none" strike="noStrike" cap="none" spc="0">
                <a:solidFill>
                  <a:schemeClr val="tx1"/>
                </a:solidFill>
                <a:latin typeface="Adwaita Mono"/>
                <a:ea typeface="Adwaita Mono"/>
                <a:cs typeface="Adwaita Mono"/>
              </a:rPr>
              <a:t> Medir su rendimiento mediante IoU, Dice y precisión.</a:t>
            </a:r>
            <a:endParaRPr sz="2100" b="0" i="0" u="none" strike="noStrike" cap="none" spc="0">
              <a:solidFill>
                <a:schemeClr val="tx1"/>
              </a:solidFill>
              <a:latin typeface="Adwaita Mono"/>
              <a:cs typeface="Adwaita Mono"/>
            </a:endParaRPr>
          </a:p>
          <a:p>
            <a:pPr algn="just">
              <a:buFont typeface="Arial"/>
              <a:buChar char="–"/>
              <a:defRPr/>
            </a:pPr>
            <a:r>
              <a:rPr lang="es-ES" sz="2100" b="0" i="0" u="none" strike="noStrike" cap="none" spc="0">
                <a:solidFill>
                  <a:schemeClr val="tx1"/>
                </a:solidFill>
                <a:latin typeface="Adwaita Mono"/>
                <a:ea typeface="Adwaita Mono"/>
                <a:cs typeface="Adwaita Mono"/>
              </a:rPr>
              <a:t> Examinar visualmente sus errores e investigar el uso de data augmentation.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81383121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b="1">
                <a:latin typeface="Adwaita Sans"/>
                <a:ea typeface="Adwaita Sans"/>
                <a:cs typeface="Adwaita Sans"/>
              </a:rPr>
              <a:t>2.4 Contribución del Proyecto</a:t>
            </a:r>
            <a:endParaRPr/>
          </a:p>
        </p:txBody>
      </p:sp>
      <p:sp>
        <p:nvSpPr>
          <p:cNvPr id="1546006610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marL="0" indent="0">
              <a:buFont typeface="Arial"/>
              <a:buNone/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44268627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b="1">
                <a:latin typeface="Adwaita Sans"/>
                <a:ea typeface="Adwaita Sans"/>
                <a:cs typeface="Adwaita Sans"/>
              </a:rPr>
              <a:t>3. Materiales y Métodos </a:t>
            </a:r>
            <a:endParaRPr/>
          </a:p>
        </p:txBody>
      </p:sp>
      <p:sp>
        <p:nvSpPr>
          <p:cNvPr id="431671710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marL="0" indent="0">
              <a:buFont typeface="Arial"/>
              <a:buNone/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51198147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3.1 Conjunto de datos</a:t>
            </a:r>
            <a:endParaRPr/>
          </a:p>
        </p:txBody>
      </p:sp>
      <p:sp>
        <p:nvSpPr>
          <p:cNvPr id="536766886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43672389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Referencias</a:t>
            </a:r>
            <a:endParaRPr/>
          </a:p>
        </p:txBody>
      </p:sp>
      <p:sp>
        <p:nvSpPr>
          <p:cNvPr id="48789233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>
              <a:defRPr/>
            </a:pPr>
            <a:r>
              <a:rPr lang="es-ES" sz="1800" b="0" i="0" u="sng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  <a:hlinkClick r:id="rId3" tooltip=""/>
              </a:rPr>
              <a:t>https://medium.com/@alessandromondin/semantic-segmentation-with-pytorch-u-net-from-scratch-502d6565910a</a:t>
            </a:r>
            <a:endParaRPr sz="1800"/>
          </a:p>
          <a:p>
            <a:pPr>
              <a:defRPr/>
            </a:pPr>
            <a:r>
              <a:rPr lang="es-ES" sz="1800" b="0" i="0" u="sng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  <a:hlinkClick r:id="rId4" tooltip=""/>
              </a:rPr>
              <a:t>https://bhimraj.com.np/blog/pytorch-unet-image-segmentation-implementation</a:t>
            </a:r>
            <a:endParaRPr sz="1800"/>
          </a:p>
          <a:p>
            <a:pPr>
              <a:defRPr/>
            </a:pPr>
            <a:r>
              <a:rPr lang="es-ES" sz="1800" b="0" i="0" u="sng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  <a:hlinkClick r:id="rId5" tooltip=""/>
              </a:rPr>
              <a:t>https://github.com/milesial/Pytorch-UNet</a:t>
            </a:r>
            <a:endParaRPr sz="1800"/>
          </a:p>
          <a:p>
            <a:pPr>
              <a:defRPr/>
            </a:pPr>
            <a:r>
              <a:rPr lang="es-ES" sz="1800" b="0" i="0" u="sng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  <a:hlinkClick r:id="rId6" tooltip=""/>
              </a:rPr>
              <a:t>https://www.analyticsvidhya.com/blog/2023/08/unet-architecture-mastering-image-segmentation/</a:t>
            </a:r>
            <a:endParaRPr lang="es-ES" sz="1800" b="0" i="0" u="none" strike="noStrike" cap="none" spc="0">
              <a:solidFill>
                <a:schemeClr val="tx1"/>
              </a:solidFill>
              <a:latin typeface="Arial"/>
              <a:ea typeface="Arial"/>
              <a:cs typeface="Arial"/>
            </a:endParaRPr>
          </a:p>
          <a:p>
            <a:pPr>
              <a:defRPr/>
            </a:pPr>
            <a:r>
              <a:rPr lang="es-ES" sz="1800" b="0" i="0" u="sng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  <a:hlinkClick r:id="rId7" tooltip=""/>
              </a:rPr>
              <a:t>https://theaisummer.com/unet-architectures/</a:t>
            </a:r>
            <a:endParaRPr lang="es-ES" sz="1800" b="0" i="0" u="none" strike="noStrike" cap="none" spc="0">
              <a:solidFill>
                <a:schemeClr val="tx1"/>
              </a:solidFill>
              <a:latin typeface="Arial"/>
              <a:ea typeface="Arial"/>
              <a:cs typeface="Arial"/>
            </a:endParaRPr>
          </a:p>
          <a:p>
            <a:pPr>
              <a:defRPr/>
            </a:pPr>
            <a:r>
              <a:rPr lang="es-ES" sz="1800" b="0" i="0" u="sng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  <a:hlinkClick r:id="rId8" tooltip=""/>
              </a:rPr>
              <a:t>https://huggingface.co/datasets/Smily6820/car-images</a:t>
            </a:r>
            <a:endParaRPr lang="es-ES" sz="1800" b="0" i="0" u="none" strike="noStrike" cap="none" spc="0">
              <a:solidFill>
                <a:schemeClr val="tx1"/>
              </a:solidFill>
              <a:latin typeface="Arial"/>
              <a:ea typeface="Arial"/>
              <a:cs typeface="Arial"/>
            </a:endParaRPr>
          </a:p>
          <a:p>
            <a:pPr>
              <a:defRPr/>
            </a:pPr>
            <a:r>
              <a:rPr lang="es-ES" sz="1800" b="0" i="0" u="sng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  <a:hlinkClick r:id="rId9" tooltip=""/>
              </a:rPr>
              <a:t>https://github.com/EkdeepSLubana/raw_dataset/tree/master</a:t>
            </a:r>
            <a:endParaRPr lang="es-ES" sz="2100" b="0" i="0" u="none" strike="noStrike" cap="none" spc="0">
              <a:solidFill>
                <a:schemeClr val="tx1"/>
              </a:solidFill>
              <a:latin typeface="Arial"/>
              <a:ea typeface="Arial"/>
              <a:cs typeface="Arial"/>
            </a:endParaRPr>
          </a:p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6963365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Resultados</a:t>
            </a:r>
            <a:endParaRPr/>
          </a:p>
        </p:txBody>
      </p:sp>
      <p:sp>
        <p:nvSpPr>
          <p:cNvPr id="1080090382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marL="0" indent="0">
              <a:buFont typeface="Arial"/>
              <a:buNone/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66809636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Dataset</a:t>
            </a:r>
            <a:endParaRPr/>
          </a:p>
        </p:txBody>
      </p:sp>
      <p:graphicFrame>
        <p:nvGraphicFramePr>
          <p:cNvPr id="885561365" name=""/>
          <p:cNvGraphicFramePr>
            <a:graphicFrameLocks xmlns:a="http://schemas.openxmlformats.org/drawingml/2006/main"/>
          </p:cNvGraphicFramePr>
          <p:nvPr/>
        </p:nvGraphicFramePr>
        <p:xfrm rot="0">
          <a:off x="1805585" y="3791886"/>
          <a:ext cx="8127999" cy="1645920"/>
        </p:xfrm>
        <a:graphic>
          <a:graphicData uri="http://schemas.openxmlformats.org/drawingml/2006/table">
            <a:tbl>
              <a:tblPr firstRow="1" firstCol="0" lastRow="0" lastCol="0" bandRow="1" bandCol="0">
                <a:tableStyleId>{5C22544A-7EE6-4342-B048-85BDC9FD1C3A}</a:tableStyleId>
              </a:tblPr>
              <a:tblGrid>
                <a:gridCol w="1530000"/>
                <a:gridCol w="4441360"/>
              </a:tblGrid>
              <a:tr h="297180">
                <a:tc>
                  <a:txBody>
                    <a:bodyPr/>
                    <a:p>
                      <a:pPr>
                        <a:defRPr/>
                      </a:pPr>
                      <a:r>
                        <a:rPr sz="1200" b="1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Parámetro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sz="1200" b="1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Qué </a:t>
                      </a:r>
                      <a:r>
                        <a:rPr sz="1200" b="1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significa</a:t>
                      </a:r>
                      <a:endParaRPr/>
                    </a:p>
                  </a:txBody>
                  <a:tcPr/>
                </a:tc>
              </a:tr>
              <a:tr h="297180">
                <a:tc>
                  <a:txBody>
                    <a:bodyPr/>
                    <a:p>
                      <a:pPr>
                        <a:defRPr/>
                      </a:pPr>
                      <a:r>
                        <a:rPr sz="1000" b="0" i="0" u="none">
                          <a:solidFill>
                            <a:srgbClr val="000000"/>
                          </a:solidFill>
                          <a:latin typeface="Courier New"/>
                          <a:ea typeface="Courier New"/>
                          <a:cs typeface="Courier New"/>
                        </a:rPr>
                        <a:t>in_channels=3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sz="1200" b="0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Recibe </a:t>
                      </a:r>
                      <a:r>
                        <a:rPr sz="1200" b="0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los </a:t>
                      </a:r>
                      <a:r>
                        <a:rPr sz="1200" b="0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tres </a:t>
                      </a:r>
                      <a:r>
                        <a:rPr sz="1200" b="0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canales </a:t>
                      </a:r>
                      <a:r>
                        <a:rPr sz="1200" b="0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RGB.</a:t>
                      </a:r>
                      <a:endParaRPr/>
                    </a:p>
                  </a:txBody>
                  <a:tcPr/>
                </a:tc>
              </a:tr>
              <a:tr h="297180">
                <a:tc>
                  <a:txBody>
                    <a:bodyPr/>
                    <a:p>
                      <a:pPr>
                        <a:defRPr/>
                      </a:pPr>
                      <a:r>
                        <a:rPr sz="1000" b="0" i="0" u="none">
                          <a:solidFill>
                            <a:srgbClr val="000000"/>
                          </a:solidFill>
                          <a:latin typeface="Courier New"/>
                          <a:ea typeface="Courier New"/>
                          <a:cs typeface="Courier New"/>
                        </a:rPr>
                        <a:t>out_channels=16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sz="1200" b="0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Produce </a:t>
                      </a:r>
                      <a:r>
                        <a:rPr sz="1200" b="0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16 </a:t>
                      </a:r>
                      <a:r>
                        <a:rPr sz="1200" b="0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mapas </a:t>
                      </a:r>
                      <a:r>
                        <a:rPr sz="1200" b="0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de </a:t>
                      </a:r>
                      <a:r>
                        <a:rPr sz="1200" b="0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características.</a:t>
                      </a:r>
                      <a:endParaRPr/>
                    </a:p>
                  </a:txBody>
                  <a:tcPr/>
                </a:tc>
              </a:tr>
              <a:tr h="297180">
                <a:tc>
                  <a:txBody>
                    <a:bodyPr/>
                    <a:p>
                      <a:pPr>
                        <a:defRPr/>
                      </a:pPr>
                      <a:r>
                        <a:rPr sz="1000" b="0" i="0" u="none">
                          <a:solidFill>
                            <a:srgbClr val="000000"/>
                          </a:solidFill>
                          <a:latin typeface="Courier New"/>
                          <a:ea typeface="Courier New"/>
                          <a:cs typeface="Courier New"/>
                        </a:rPr>
                        <a:t>kernel_size=3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sz="1200" b="0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Utiliza </a:t>
                      </a:r>
                      <a:r>
                        <a:rPr sz="1200" b="0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filtros </a:t>
                      </a:r>
                      <a:r>
                        <a:rPr sz="1200" b="0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de </a:t>
                      </a:r>
                      <a:r>
                        <a:rPr sz="1200" b="0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3 X 3.</a:t>
                      </a:r>
                      <a:endParaRPr/>
                    </a:p>
                  </a:txBody>
                  <a:tcPr/>
                </a:tc>
              </a:tr>
              <a:tr h="297180">
                <a:tc>
                  <a:txBody>
                    <a:bodyPr/>
                    <a:p>
                      <a:pPr>
                        <a:defRPr/>
                      </a:pPr>
                      <a:r>
                        <a:rPr sz="1000" b="0" i="0" u="none">
                          <a:solidFill>
                            <a:srgbClr val="000000"/>
                          </a:solidFill>
                          <a:latin typeface="Courier New"/>
                          <a:ea typeface="Courier New"/>
                          <a:cs typeface="Courier New"/>
                        </a:rPr>
                        <a:t>padding=1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sz="1200" b="0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Añade </a:t>
                      </a:r>
                      <a:r>
                        <a:rPr sz="1200" b="0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un </a:t>
                      </a:r>
                      <a:r>
                        <a:rPr sz="1200" b="0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borde </a:t>
                      </a:r>
                      <a:r>
                        <a:rPr sz="1200" b="0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para </a:t>
                      </a:r>
                      <a:r>
                        <a:rPr sz="1200" b="0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mantener </a:t>
                      </a:r>
                      <a:r>
                        <a:rPr sz="1200" b="0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las </a:t>
                      </a:r>
                      <a:r>
                        <a:rPr sz="1200" b="0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dimensiones </a:t>
                      </a:r>
                      <a:r>
                        <a:rPr sz="1200" b="0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espaciales </a:t>
                      </a:r>
                      <a:r>
                        <a:rPr sz="1200" b="0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en </a:t>
                      </a:r>
                      <a:r>
                        <a:rPr sz="1200" b="0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este </a:t>
                      </a:r>
                      <a:r>
                        <a:rPr sz="1200" b="0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caso.</a:t>
                      </a:r>
                      <a:endParaRPr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1967080427" name=""/>
          <p:cNvGraphicFramePr>
            <a:graphicFrameLocks xmlns:a="http://schemas.openxmlformats.org/drawingml/2006/main"/>
          </p:cNvGraphicFramePr>
          <p:nvPr/>
        </p:nvGraphicFramePr>
        <p:xfrm rot="0">
          <a:off x="242827" y="2048513"/>
          <a:ext cx="2301893" cy="1610283"/>
        </p:xfrm>
        <a:graphic>
          <a:graphicData uri="http://schemas.openxmlformats.org/drawingml/2006/table">
            <a:tbl>
              <a:tblPr firstRow="1" firstCol="0" lastRow="0" lastCol="0" bandRow="1" bandCol="0">
                <a:tableStyleId>{5C22544A-7EE6-4342-B048-85BDC9FD1C3A}</a:tableStyleId>
              </a:tblPr>
              <a:tblGrid>
                <a:gridCol w="990000"/>
                <a:gridCol w="1311893"/>
              </a:tblGrid>
              <a:tr h="443493">
                <a:tc>
                  <a:txBody>
                    <a:bodyPr/>
                    <a:p>
                      <a:pPr>
                        <a:defRPr/>
                      </a:pPr>
                      <a:r>
                        <a:rPr sz="1200" b="1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Conjunto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sz="1200" b="1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Parejas </a:t>
                      </a:r>
                      <a:r>
                        <a:rPr sz="1200" b="1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imagen-máscara</a:t>
                      </a:r>
                      <a:endParaRPr/>
                    </a:p>
                  </a:txBody>
                  <a:tcPr/>
                </a:tc>
              </a:tr>
              <a:tr h="288271">
                <a:tc>
                  <a:txBody>
                    <a:bodyPr/>
                    <a:p>
                      <a:pPr>
                        <a:defRPr/>
                      </a:pPr>
                      <a:r>
                        <a:rPr sz="1000" b="0" i="0" u="none">
                          <a:solidFill>
                            <a:srgbClr val="000000"/>
                          </a:solidFill>
                          <a:latin typeface="Courier New"/>
                          <a:ea typeface="Courier New"/>
                          <a:cs typeface="Courier New"/>
                        </a:rPr>
                        <a:t>train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sz="1200" b="0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350</a:t>
                      </a:r>
                      <a:endParaRPr/>
                    </a:p>
                  </a:txBody>
                  <a:tcPr/>
                </a:tc>
              </a:tr>
              <a:tr h="288271">
                <a:tc>
                  <a:txBody>
                    <a:bodyPr/>
                    <a:p>
                      <a:pPr>
                        <a:defRPr/>
                      </a:pPr>
                      <a:r>
                        <a:rPr sz="1000" b="0" i="0" u="none">
                          <a:solidFill>
                            <a:srgbClr val="000000"/>
                          </a:solidFill>
                          <a:latin typeface="Courier New"/>
                          <a:ea typeface="Courier New"/>
                          <a:cs typeface="Courier New"/>
                        </a:rPr>
                        <a:t>val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sz="1200" b="0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75</a:t>
                      </a:r>
                      <a:endParaRPr/>
                    </a:p>
                  </a:txBody>
                  <a:tcPr/>
                </a:tc>
              </a:tr>
              <a:tr h="288271">
                <a:tc>
                  <a:txBody>
                    <a:bodyPr/>
                    <a:p>
                      <a:pPr>
                        <a:defRPr/>
                      </a:pPr>
                      <a:r>
                        <a:rPr sz="1000" b="0" i="0" u="none">
                          <a:solidFill>
                            <a:srgbClr val="000000"/>
                          </a:solidFill>
                          <a:latin typeface="Courier New"/>
                          <a:ea typeface="Courier New"/>
                          <a:cs typeface="Courier New"/>
                        </a:rPr>
                        <a:t>test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sz="1200" b="0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75</a:t>
                      </a:r>
                      <a:endParaRPr/>
                    </a:p>
                  </a:txBody>
                  <a:tcPr/>
                </a:tc>
              </a:tr>
              <a:tr h="288271">
                <a:tc>
                  <a:txBody>
                    <a:bodyPr/>
                    <a:p>
                      <a:pPr>
                        <a:defRPr/>
                      </a:pPr>
                      <a:r>
                        <a:rPr sz="1200" b="0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Total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sz="1200" b="0" i="0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500</a:t>
                      </a:r>
                      <a:endParaRPr/>
                    </a:p>
                  </a:txBody>
                  <a:tcPr/>
                </a:tc>
              </a:tr>
            </a:tbl>
          </a:graphicData>
        </a:graphic>
      </p:graphicFrame>
      <p:pic>
        <p:nvPicPr>
          <p:cNvPr id="1401925587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flipH="0" flipV="0">
            <a:off x="5682090" y="2048513"/>
            <a:ext cx="5671708" cy="3660566"/>
          </a:xfrm>
          <a:prstGeom prst="rect">
            <a:avLst/>
          </a:prstGeom>
        </p:spPr>
      </p:pic>
      <p:sp>
        <p:nvSpPr>
          <p:cNvPr id="754677061" name=""/>
          <p:cNvSpPr/>
          <p:nvPr/>
        </p:nvSpPr>
        <p:spPr bwMode="auto">
          <a:xfrm>
            <a:off x="1133777" y="1590954"/>
            <a:ext cx="7614180" cy="366119"/>
          </a:xfrm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upright="0" compatLnSpc="1">
            <a:prstTxWarp prst="textNoShape"/>
            <a:spAutoFit/>
          </a:bodyPr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71884587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Métricas de rendimiento</a:t>
            </a:r>
            <a:endParaRPr/>
          </a:p>
        </p:txBody>
      </p:sp>
      <p:sp>
        <p:nvSpPr>
          <p:cNvPr id="1697774556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>
              <a:defRPr/>
            </a:pPr>
            <a:r>
              <a:rPr lang="es-ES" sz="2100" b="0" i="0" u="none" strike="noStrike" cap="none" spc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Aquí, </a:t>
            </a:r>
            <a:r>
              <a:rPr lang="es-ES" sz="2100" b="0" i="0" u="none" strike="noStrike" cap="none" spc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P es la máscara predicha y </a:t>
            </a:r>
            <a:r>
              <a:rPr lang="es-ES" sz="2100" b="0" i="0" u="none" strike="noStrike" cap="none" spc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G es la máscara real. Ambas métricas van de 0 a 1: cuanto más cerca de 1, mayor coincidencia entre las máscaras.</a:t>
            </a:r>
            <a:endParaRPr/>
          </a:p>
        </p:txBody>
      </p:sp>
      <p:pic>
        <p:nvPicPr>
          <p:cNvPr id="1124172700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flipH="0" flipV="0">
            <a:off x="2807609" y="2693543"/>
            <a:ext cx="4697408" cy="205021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24869040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Estructura de la red </a:t>
            </a:r>
            <a:endParaRPr/>
          </a:p>
        </p:txBody>
      </p:sp>
      <p:pic>
        <p:nvPicPr>
          <p:cNvPr id="784815140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flipH="0" flipV="0">
            <a:off x="838198" y="1690686"/>
            <a:ext cx="5441741" cy="464446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04762113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Modelos</a:t>
            </a:r>
            <a:endParaRPr/>
          </a:p>
        </p:txBody>
      </p:sp>
      <p:sp>
        <p:nvSpPr>
          <p:cNvPr id="1700472641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Modelo sin augmentacion:</a:t>
            </a:r>
            <a:endParaRPr/>
          </a:p>
          <a:p>
            <a:pPr>
              <a:defRPr/>
            </a:pPr>
            <a:r>
              <a:rPr/>
              <a:t>Modelo con augmnetation: 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91913940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87224564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Blank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Office Them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ONLYOFFICE/9.4.0.129</Application>
  <PresentationFormat>On-screen Show (4:3)</PresentationFormat>
  <Paragraphs>0</Paragraphs>
  <Slides>15</Slides>
  <Notes>15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6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8</cp:revision>
  <dcterms:modified xsi:type="dcterms:W3CDTF">2026-10-15T00:00:23Z</dcterms:modified>
</cp:coreProperties>
</file>